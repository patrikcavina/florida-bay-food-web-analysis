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8" r:id="rId4"/>
    <p:sldId id="286" r:id="rId5"/>
    <p:sldId id="258" r:id="rId6"/>
    <p:sldId id="259" r:id="rId7"/>
    <p:sldId id="269" r:id="rId8"/>
    <p:sldId id="270" r:id="rId9"/>
    <p:sldId id="271" r:id="rId10"/>
    <p:sldId id="272" r:id="rId11"/>
    <p:sldId id="273" r:id="rId12"/>
    <p:sldId id="285" r:id="rId13"/>
    <p:sldId id="283" r:id="rId14"/>
    <p:sldId id="284" r:id="rId15"/>
    <p:sldId id="274" r:id="rId16"/>
    <p:sldId id="287" r:id="rId17"/>
    <p:sldId id="276" r:id="rId18"/>
    <p:sldId id="280" r:id="rId19"/>
    <p:sldId id="277" r:id="rId20"/>
    <p:sldId id="281" r:id="rId21"/>
    <p:sldId id="279" r:id="rId22"/>
    <p:sldId id="28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A82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A5C43-19FA-425E-B74A-88E698457834}" v="227" dt="2026-02-05T22:56:01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9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Cavina" userId="d7e11bb0-f437-4152-93e5-5b266b1ec233" providerId="ADAL" clId="{AAAD9468-DFC3-4CCC-BFE4-BB705D44289D}"/>
    <pc:docChg chg="undo custSel addSld delSld modSld sldOrd delSection">
      <pc:chgData name="Patrik Cavina" userId="d7e11bb0-f437-4152-93e5-5b266b1ec233" providerId="ADAL" clId="{AAAD9468-DFC3-4CCC-BFE4-BB705D44289D}" dt="2026-02-06T10:51:29.809" v="2125" actId="1037"/>
      <pc:docMkLst>
        <pc:docMk/>
      </pc:docMkLst>
      <pc:sldChg chg="modSp mod">
        <pc:chgData name="Patrik Cavina" userId="d7e11bb0-f437-4152-93e5-5b266b1ec233" providerId="ADAL" clId="{AAAD9468-DFC3-4CCC-BFE4-BB705D44289D}" dt="2026-02-05T17:07:16.167" v="558" actId="6549"/>
        <pc:sldMkLst>
          <pc:docMk/>
          <pc:sldMk cId="0" sldId="256"/>
        </pc:sldMkLst>
        <pc:spChg chg="mod">
          <ac:chgData name="Patrik Cavina" userId="d7e11bb0-f437-4152-93e5-5b266b1ec233" providerId="ADAL" clId="{AAAD9468-DFC3-4CCC-BFE4-BB705D44289D}" dt="2026-02-05T17:07:16.167" v="558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Patrik Cavina" userId="d7e11bb0-f437-4152-93e5-5b266b1ec233" providerId="ADAL" clId="{AAAD9468-DFC3-4CCC-BFE4-BB705D44289D}" dt="2026-02-05T22:03:53.368" v="1200" actId="1076"/>
        <pc:sldMkLst>
          <pc:docMk/>
          <pc:sldMk cId="0" sldId="258"/>
        </pc:sldMkLst>
        <pc:spChg chg="mod">
          <ac:chgData name="Patrik Cavina" userId="d7e11bb0-f437-4152-93e5-5b266b1ec233" providerId="ADAL" clId="{AAAD9468-DFC3-4CCC-BFE4-BB705D44289D}" dt="2026-02-05T22:03:22.779" v="1197" actId="20577"/>
          <ac:spMkLst>
            <pc:docMk/>
            <pc:sldMk cId="0" sldId="258"/>
            <ac:spMk id="11" creationId="{00000000-0000-0000-0000-000000000000}"/>
          </ac:spMkLst>
        </pc:spChg>
        <pc:grpChg chg="mod">
          <ac:chgData name="Patrik Cavina" userId="d7e11bb0-f437-4152-93e5-5b266b1ec233" providerId="ADAL" clId="{AAAD9468-DFC3-4CCC-BFE4-BB705D44289D}" dt="2026-02-05T22:03:28.542" v="1198" actId="1076"/>
          <ac:grpSpMkLst>
            <pc:docMk/>
            <pc:sldMk cId="0" sldId="258"/>
            <ac:grpSpMk id="15" creationId="{F06BF347-6075-1680-A9CF-A687967E92CF}"/>
          </ac:grpSpMkLst>
        </pc:grpChg>
        <pc:grpChg chg="mod">
          <ac:chgData name="Patrik Cavina" userId="d7e11bb0-f437-4152-93e5-5b266b1ec233" providerId="ADAL" clId="{AAAD9468-DFC3-4CCC-BFE4-BB705D44289D}" dt="2026-02-05T22:03:53.368" v="1200" actId="1076"/>
          <ac:grpSpMkLst>
            <pc:docMk/>
            <pc:sldMk cId="0" sldId="258"/>
            <ac:grpSpMk id="16" creationId="{8D365E80-28A1-4B25-72D2-B5D16DCB9F29}"/>
          </ac:grpSpMkLst>
        </pc:grpChg>
      </pc:sldChg>
      <pc:sldChg chg="delSp modSp mod">
        <pc:chgData name="Patrik Cavina" userId="d7e11bb0-f437-4152-93e5-5b266b1ec233" providerId="ADAL" clId="{AAAD9468-DFC3-4CCC-BFE4-BB705D44289D}" dt="2026-02-05T22:04:45.671" v="1203" actId="1076"/>
        <pc:sldMkLst>
          <pc:docMk/>
          <pc:sldMk cId="0" sldId="259"/>
        </pc:sldMkLst>
        <pc:spChg chg="mod">
          <ac:chgData name="Patrik Cavina" userId="d7e11bb0-f437-4152-93e5-5b266b1ec233" providerId="ADAL" clId="{AAAD9468-DFC3-4CCC-BFE4-BB705D44289D}" dt="2026-02-05T22:04:41.932" v="1202" actId="1076"/>
          <ac:spMkLst>
            <pc:docMk/>
            <pc:sldMk cId="0" sldId="259"/>
            <ac:spMk id="20" creationId="{E692AD2C-E7E0-3C1F-3E1B-EDF8AE082193}"/>
          </ac:spMkLst>
        </pc:spChg>
        <pc:spChg chg="del">
          <ac:chgData name="Patrik Cavina" userId="d7e11bb0-f437-4152-93e5-5b266b1ec233" providerId="ADAL" clId="{AAAD9468-DFC3-4CCC-BFE4-BB705D44289D}" dt="2026-02-05T22:04:38.218" v="1201" actId="478"/>
          <ac:spMkLst>
            <pc:docMk/>
            <pc:sldMk cId="0" sldId="259"/>
            <ac:spMk id="21" creationId="{2E58B084-7130-FBA8-6F9F-FF0C31404774}"/>
          </ac:spMkLst>
        </pc:spChg>
        <pc:spChg chg="mod">
          <ac:chgData name="Patrik Cavina" userId="d7e11bb0-f437-4152-93e5-5b266b1ec233" providerId="ADAL" clId="{AAAD9468-DFC3-4CCC-BFE4-BB705D44289D}" dt="2026-02-05T22:04:45.671" v="1203" actId="1076"/>
          <ac:spMkLst>
            <pc:docMk/>
            <pc:sldMk cId="0" sldId="259"/>
            <ac:spMk id="25" creationId="{7C7FA9C8-783A-6B44-7FA8-566699AD818E}"/>
          </ac:spMkLst>
        </pc:spChg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0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1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2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3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4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5"/>
        </pc:sldMkLst>
      </pc:sldChg>
      <pc:sldChg chg="del">
        <pc:chgData name="Patrik Cavina" userId="d7e11bb0-f437-4152-93e5-5b266b1ec233" providerId="ADAL" clId="{AAAD9468-DFC3-4CCC-BFE4-BB705D44289D}" dt="2026-02-05T22:02:41.441" v="1190" actId="47"/>
        <pc:sldMkLst>
          <pc:docMk/>
          <pc:sldMk cId="0" sldId="266"/>
        </pc:sldMkLst>
      </pc:sldChg>
      <pc:sldChg chg="del">
        <pc:chgData name="Patrik Cavina" userId="d7e11bb0-f437-4152-93e5-5b266b1ec233" providerId="ADAL" clId="{AAAD9468-DFC3-4CCC-BFE4-BB705D44289D}" dt="2026-02-05T22:02:44.140" v="1191" actId="47"/>
        <pc:sldMkLst>
          <pc:docMk/>
          <pc:sldMk cId="0" sldId="267"/>
        </pc:sldMkLst>
      </pc:sldChg>
      <pc:sldChg chg="addSp delSp modSp mod">
        <pc:chgData name="Patrik Cavina" userId="d7e11bb0-f437-4152-93e5-5b266b1ec233" providerId="ADAL" clId="{AAAD9468-DFC3-4CCC-BFE4-BB705D44289D}" dt="2026-02-05T22:03:12.360" v="1195" actId="1076"/>
        <pc:sldMkLst>
          <pc:docMk/>
          <pc:sldMk cId="287162892" sldId="268"/>
        </pc:sldMkLst>
        <pc:spChg chg="mod">
          <ac:chgData name="Patrik Cavina" userId="d7e11bb0-f437-4152-93e5-5b266b1ec233" providerId="ADAL" clId="{AAAD9468-DFC3-4CCC-BFE4-BB705D44289D}" dt="2026-02-05T22:03:12.360" v="1195" actId="1076"/>
          <ac:spMkLst>
            <pc:docMk/>
            <pc:sldMk cId="287162892" sldId="268"/>
            <ac:spMk id="9" creationId="{BA605C82-7209-0E95-8DD2-376D64714200}"/>
          </ac:spMkLst>
        </pc:spChg>
        <pc:picChg chg="add mod">
          <ac:chgData name="Patrik Cavina" userId="d7e11bb0-f437-4152-93e5-5b266b1ec233" providerId="ADAL" clId="{AAAD9468-DFC3-4CCC-BFE4-BB705D44289D}" dt="2026-02-05T16:45:20.878" v="387" actId="1076"/>
          <ac:picMkLst>
            <pc:docMk/>
            <pc:sldMk cId="287162892" sldId="268"/>
            <ac:picMk id="5" creationId="{9ADCAAF3-1AAC-7CC5-9CD0-A89D5E25940E}"/>
          </ac:picMkLst>
        </pc:picChg>
        <pc:picChg chg="del">
          <ac:chgData name="Patrik Cavina" userId="d7e11bb0-f437-4152-93e5-5b266b1ec233" providerId="ADAL" clId="{AAAD9468-DFC3-4CCC-BFE4-BB705D44289D}" dt="2026-02-05T16:44:58.868" v="380" actId="478"/>
          <ac:picMkLst>
            <pc:docMk/>
            <pc:sldMk cId="287162892" sldId="268"/>
            <ac:picMk id="16" creationId="{F2C21A18-7C17-5EA7-24FD-9B10045B01E3}"/>
          </ac:picMkLst>
        </pc:picChg>
      </pc:sldChg>
      <pc:sldChg chg="modSp mod">
        <pc:chgData name="Patrik Cavina" userId="d7e11bb0-f437-4152-93e5-5b266b1ec233" providerId="ADAL" clId="{AAAD9468-DFC3-4CCC-BFE4-BB705D44289D}" dt="2026-02-05T16:40:19.009" v="369" actId="6549"/>
        <pc:sldMkLst>
          <pc:docMk/>
          <pc:sldMk cId="2167691034" sldId="270"/>
        </pc:sldMkLst>
        <pc:spChg chg="mod">
          <ac:chgData name="Patrik Cavina" userId="d7e11bb0-f437-4152-93e5-5b266b1ec233" providerId="ADAL" clId="{AAAD9468-DFC3-4CCC-BFE4-BB705D44289D}" dt="2026-02-05T16:39:13.380" v="358" actId="21"/>
          <ac:spMkLst>
            <pc:docMk/>
            <pc:sldMk cId="2167691034" sldId="270"/>
            <ac:spMk id="78" creationId="{FD7B9E72-65B0-3E40-ECD3-C240D2CC2AEB}"/>
          </ac:spMkLst>
        </pc:spChg>
        <pc:spChg chg="mod">
          <ac:chgData name="Patrik Cavina" userId="d7e11bb0-f437-4152-93e5-5b266b1ec233" providerId="ADAL" clId="{AAAD9468-DFC3-4CCC-BFE4-BB705D44289D}" dt="2026-02-05T16:39:56.546" v="367"/>
          <ac:spMkLst>
            <pc:docMk/>
            <pc:sldMk cId="2167691034" sldId="270"/>
            <ac:spMk id="79" creationId="{E05CA027-B315-C30A-0243-B953154F79C7}"/>
          </ac:spMkLst>
        </pc:spChg>
        <pc:spChg chg="mod">
          <ac:chgData name="Patrik Cavina" userId="d7e11bb0-f437-4152-93e5-5b266b1ec233" providerId="ADAL" clId="{AAAD9468-DFC3-4CCC-BFE4-BB705D44289D}" dt="2026-02-05T16:39:32.837" v="361"/>
          <ac:spMkLst>
            <pc:docMk/>
            <pc:sldMk cId="2167691034" sldId="270"/>
            <ac:spMk id="108" creationId="{1E2672AA-1831-573F-6B35-E22181DD4FEB}"/>
          </ac:spMkLst>
        </pc:spChg>
        <pc:spChg chg="mod">
          <ac:chgData name="Patrik Cavina" userId="d7e11bb0-f437-4152-93e5-5b266b1ec233" providerId="ADAL" clId="{AAAD9468-DFC3-4CCC-BFE4-BB705D44289D}" dt="2026-02-05T16:40:19.009" v="369" actId="6549"/>
          <ac:spMkLst>
            <pc:docMk/>
            <pc:sldMk cId="2167691034" sldId="270"/>
            <ac:spMk id="109" creationId="{56E0A4E0-B89C-6FA2-007C-2E9388C310A2}"/>
          </ac:spMkLst>
        </pc:spChg>
        <pc:spChg chg="mod">
          <ac:chgData name="Patrik Cavina" userId="d7e11bb0-f437-4152-93e5-5b266b1ec233" providerId="ADAL" clId="{AAAD9468-DFC3-4CCC-BFE4-BB705D44289D}" dt="2026-02-04T11:01:42.032" v="334" actId="20577"/>
          <ac:spMkLst>
            <pc:docMk/>
            <pc:sldMk cId="2167691034" sldId="270"/>
            <ac:spMk id="127" creationId="{570DA346-F26D-95A3-3614-178164F5E96E}"/>
          </ac:spMkLst>
        </pc:spChg>
      </pc:sldChg>
      <pc:sldChg chg="addSp delSp modSp mod">
        <pc:chgData name="Patrik Cavina" userId="d7e11bb0-f437-4152-93e5-5b266b1ec233" providerId="ADAL" clId="{AAAD9468-DFC3-4CCC-BFE4-BB705D44289D}" dt="2026-02-05T21:29:22.647" v="1000" actId="113"/>
        <pc:sldMkLst>
          <pc:docMk/>
          <pc:sldMk cId="619461011" sldId="271"/>
        </pc:sldMkLst>
        <pc:spChg chg="mod">
          <ac:chgData name="Patrik Cavina" userId="d7e11bb0-f437-4152-93e5-5b266b1ec233" providerId="ADAL" clId="{AAAD9468-DFC3-4CCC-BFE4-BB705D44289D}" dt="2026-02-04T10:48:53.138" v="76" actId="1076"/>
          <ac:spMkLst>
            <pc:docMk/>
            <pc:sldMk cId="619461011" sldId="271"/>
            <ac:spMk id="2" creationId="{F2564B89-0F63-FF92-32CA-3A5D53DB4CD3}"/>
          </ac:spMkLst>
        </pc:spChg>
        <pc:spChg chg="add mod">
          <ac:chgData name="Patrik Cavina" userId="d7e11bb0-f437-4152-93e5-5b266b1ec233" providerId="ADAL" clId="{AAAD9468-DFC3-4CCC-BFE4-BB705D44289D}" dt="2026-02-04T10:51:18.353" v="103" actId="3064"/>
          <ac:spMkLst>
            <pc:docMk/>
            <pc:sldMk cId="619461011" sldId="271"/>
            <ac:spMk id="5" creationId="{A35C1ACF-A001-1041-32E5-19A70C673EE8}"/>
          </ac:spMkLst>
        </pc:spChg>
        <pc:spChg chg="add mod">
          <ac:chgData name="Patrik Cavina" userId="d7e11bb0-f437-4152-93e5-5b266b1ec233" providerId="ADAL" clId="{AAAD9468-DFC3-4CCC-BFE4-BB705D44289D}" dt="2026-02-05T21:29:22.647" v="1000" actId="113"/>
          <ac:spMkLst>
            <pc:docMk/>
            <pc:sldMk cId="619461011" sldId="271"/>
            <ac:spMk id="9" creationId="{295013DA-253A-AAE5-7F1B-12052E7055CD}"/>
          </ac:spMkLst>
        </pc:spChg>
        <pc:picChg chg="add mod">
          <ac:chgData name="Patrik Cavina" userId="d7e11bb0-f437-4152-93e5-5b266b1ec233" providerId="ADAL" clId="{AAAD9468-DFC3-4CCC-BFE4-BB705D44289D}" dt="2026-02-05T17:01:14.132" v="488" actId="1076"/>
          <ac:picMkLst>
            <pc:docMk/>
            <pc:sldMk cId="619461011" sldId="271"/>
            <ac:picMk id="8" creationId="{49EC5945-8C9F-C0C2-C40D-37118658FFF9}"/>
          </ac:picMkLst>
        </pc:picChg>
        <pc:picChg chg="del mod">
          <ac:chgData name="Patrik Cavina" userId="d7e11bb0-f437-4152-93e5-5b266b1ec233" providerId="ADAL" clId="{AAAD9468-DFC3-4CCC-BFE4-BB705D44289D}" dt="2026-02-05T16:46:12.092" v="394" actId="478"/>
          <ac:picMkLst>
            <pc:docMk/>
            <pc:sldMk cId="619461011" sldId="271"/>
            <ac:picMk id="12" creationId="{EEBF4645-0FDF-EB31-6FFE-BE536CC08FE7}"/>
          </ac:picMkLst>
        </pc:picChg>
        <pc:picChg chg="mod">
          <ac:chgData name="Patrik Cavina" userId="d7e11bb0-f437-4152-93e5-5b266b1ec233" providerId="ADAL" clId="{AAAD9468-DFC3-4CCC-BFE4-BB705D44289D}" dt="2026-02-05T17:01:19.153" v="489" actId="1076"/>
          <ac:picMkLst>
            <pc:docMk/>
            <pc:sldMk cId="619461011" sldId="271"/>
            <ac:picMk id="16" creationId="{8343FF9F-A5C8-E97D-1A4D-3D4FE1F3B948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0:51:14.111" v="618" actId="1076"/>
        <pc:sldMkLst>
          <pc:docMk/>
          <pc:sldMk cId="2362330328" sldId="272"/>
        </pc:sldMkLst>
        <pc:spChg chg="add mod">
          <ac:chgData name="Patrik Cavina" userId="d7e11bb0-f437-4152-93e5-5b266b1ec233" providerId="ADAL" clId="{AAAD9468-DFC3-4CCC-BFE4-BB705D44289D}" dt="2026-02-04T10:53:38.180" v="129" actId="313"/>
          <ac:spMkLst>
            <pc:docMk/>
            <pc:sldMk cId="2362330328" sldId="272"/>
            <ac:spMk id="4" creationId="{362474E8-1EC3-9F4C-1E3B-7596E19E1D5F}"/>
          </ac:spMkLst>
        </pc:spChg>
        <pc:spChg chg="del">
          <ac:chgData name="Patrik Cavina" userId="d7e11bb0-f437-4152-93e5-5b266b1ec233" providerId="ADAL" clId="{AAAD9468-DFC3-4CCC-BFE4-BB705D44289D}" dt="2026-02-05T17:03:49.409" v="517" actId="478"/>
          <ac:spMkLst>
            <pc:docMk/>
            <pc:sldMk cId="2362330328" sldId="272"/>
            <ac:spMk id="6" creationId="{3FF021CB-ABA5-7BAB-784B-02EE3912A41E}"/>
          </ac:spMkLst>
        </pc:spChg>
        <pc:spChg chg="del mod">
          <ac:chgData name="Patrik Cavina" userId="d7e11bb0-f437-4152-93e5-5b266b1ec233" providerId="ADAL" clId="{AAAD9468-DFC3-4CCC-BFE4-BB705D44289D}" dt="2026-02-05T17:03:49.409" v="517" actId="478"/>
          <ac:spMkLst>
            <pc:docMk/>
            <pc:sldMk cId="2362330328" sldId="272"/>
            <ac:spMk id="7" creationId="{34552BA8-B57E-254B-3F0B-B30F5363B55E}"/>
          </ac:spMkLst>
        </pc:spChg>
        <pc:spChg chg="add mod">
          <ac:chgData name="Patrik Cavina" userId="d7e11bb0-f437-4152-93e5-5b266b1ec233" providerId="ADAL" clId="{AAAD9468-DFC3-4CCC-BFE4-BB705D44289D}" dt="2026-02-04T10:53:17.996" v="127"/>
          <ac:spMkLst>
            <pc:docMk/>
            <pc:sldMk cId="2362330328" sldId="272"/>
            <ac:spMk id="13" creationId="{9191BA60-48B5-B10C-252E-6ADAB7C6092A}"/>
          </ac:spMkLst>
        </pc:spChg>
        <pc:spChg chg="add mod">
          <ac:chgData name="Patrik Cavina" userId="d7e11bb0-f437-4152-93e5-5b266b1ec233" providerId="ADAL" clId="{AAAD9468-DFC3-4CCC-BFE4-BB705D44289D}" dt="2026-02-05T17:43:36.241" v="611" actId="20577"/>
          <ac:spMkLst>
            <pc:docMk/>
            <pc:sldMk cId="2362330328" sldId="272"/>
            <ac:spMk id="15" creationId="{762EA6B4-4549-5488-E485-01DAFB502FC1}"/>
          </ac:spMkLst>
        </pc:spChg>
        <pc:grpChg chg="del mod">
          <ac:chgData name="Patrik Cavina" userId="d7e11bb0-f437-4152-93e5-5b266b1ec233" providerId="ADAL" clId="{AAAD9468-DFC3-4CCC-BFE4-BB705D44289D}" dt="2026-02-05T17:03:43.198" v="515" actId="478"/>
          <ac:grpSpMkLst>
            <pc:docMk/>
            <pc:sldMk cId="2362330328" sldId="272"/>
            <ac:grpSpMk id="11" creationId="{4790B88D-D5DB-60E5-6430-8391A72E8B57}"/>
          </ac:grpSpMkLst>
        </pc:grpChg>
        <pc:graphicFrameChg chg="mod modGraphic">
          <ac:chgData name="Patrik Cavina" userId="d7e11bb0-f437-4152-93e5-5b266b1ec233" providerId="ADAL" clId="{AAAD9468-DFC3-4CCC-BFE4-BB705D44289D}" dt="2026-02-05T20:51:14.111" v="618" actId="1076"/>
          <ac:graphicFrameMkLst>
            <pc:docMk/>
            <pc:sldMk cId="2362330328" sldId="272"/>
            <ac:graphicFrameMk id="12" creationId="{21C186A7-9F95-E100-86EB-3A737AE32D88}"/>
          </ac:graphicFrameMkLst>
        </pc:graphicFrameChg>
        <pc:picChg chg="del mod">
          <ac:chgData name="Patrik Cavina" userId="d7e11bb0-f437-4152-93e5-5b266b1ec233" providerId="ADAL" clId="{AAAD9468-DFC3-4CCC-BFE4-BB705D44289D}" dt="2026-02-05T16:46:37.374" v="402" actId="478"/>
          <ac:picMkLst>
            <pc:docMk/>
            <pc:sldMk cId="2362330328" sldId="272"/>
            <ac:picMk id="5" creationId="{77FD1C5D-05D4-D48D-6F2C-5DB2326B1170}"/>
          </ac:picMkLst>
        </pc:picChg>
        <pc:picChg chg="add mod modCrop">
          <ac:chgData name="Patrik Cavina" userId="d7e11bb0-f437-4152-93e5-5b266b1ec233" providerId="ADAL" clId="{AAAD9468-DFC3-4CCC-BFE4-BB705D44289D}" dt="2026-02-05T17:40:12.915" v="585" actId="1076"/>
          <ac:picMkLst>
            <pc:docMk/>
            <pc:sldMk cId="2362330328" sldId="272"/>
            <ac:picMk id="14" creationId="{E0AF8074-B567-8686-84D0-B82A30E26E56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43:43.318" v="1611" actId="1076"/>
        <pc:sldMkLst>
          <pc:docMk/>
          <pc:sldMk cId="2168181438" sldId="273"/>
        </pc:sldMkLst>
        <pc:spChg chg="add mod">
          <ac:chgData name="Patrik Cavina" userId="d7e11bb0-f437-4152-93e5-5b266b1ec233" providerId="ADAL" clId="{AAAD9468-DFC3-4CCC-BFE4-BB705D44289D}" dt="2026-02-04T10:54:46.626" v="153" actId="20577"/>
          <ac:spMkLst>
            <pc:docMk/>
            <pc:sldMk cId="2168181438" sldId="273"/>
            <ac:spMk id="4" creationId="{03803CD9-EC85-7941-779B-68D819C7408C}"/>
          </ac:spMkLst>
        </pc:spChg>
        <pc:spChg chg="add mod">
          <ac:chgData name="Patrik Cavina" userId="d7e11bb0-f437-4152-93e5-5b266b1ec233" providerId="ADAL" clId="{AAAD9468-DFC3-4CCC-BFE4-BB705D44289D}" dt="2026-02-04T10:54:54.907" v="154"/>
          <ac:spMkLst>
            <pc:docMk/>
            <pc:sldMk cId="2168181438" sldId="273"/>
            <ac:spMk id="8" creationId="{21CFE16F-3086-8BE6-A1C7-90F40512B3AE}"/>
          </ac:spMkLst>
        </pc:spChg>
        <pc:spChg chg="add mod">
          <ac:chgData name="Patrik Cavina" userId="d7e11bb0-f437-4152-93e5-5b266b1ec233" providerId="ADAL" clId="{AAAD9468-DFC3-4CCC-BFE4-BB705D44289D}" dt="2026-02-05T22:40:33.395" v="1588" actId="113"/>
          <ac:spMkLst>
            <pc:docMk/>
            <pc:sldMk cId="2168181438" sldId="273"/>
            <ac:spMk id="14" creationId="{54AC00FE-9AC6-31E1-FBA7-CE6B0D5A6926}"/>
          </ac:spMkLst>
        </pc:spChg>
        <pc:picChg chg="add del mod">
          <ac:chgData name="Patrik Cavina" userId="d7e11bb0-f437-4152-93e5-5b266b1ec233" providerId="ADAL" clId="{AAAD9468-DFC3-4CCC-BFE4-BB705D44289D}" dt="2026-02-05T16:53:03.905" v="438" actId="478"/>
          <ac:picMkLst>
            <pc:docMk/>
            <pc:sldMk cId="2168181438" sldId="273"/>
            <ac:picMk id="5" creationId="{DE3E89EE-E823-CADA-BB8E-3A213AEB90A0}"/>
          </ac:picMkLst>
        </pc:picChg>
        <pc:picChg chg="add del mod">
          <ac:chgData name="Patrik Cavina" userId="d7e11bb0-f437-4152-93e5-5b266b1ec233" providerId="ADAL" clId="{AAAD9468-DFC3-4CCC-BFE4-BB705D44289D}" dt="2026-02-05T16:51:34.792" v="427" actId="478"/>
          <ac:picMkLst>
            <pc:docMk/>
            <pc:sldMk cId="2168181438" sldId="273"/>
            <ac:picMk id="9" creationId="{699D8154-4D11-D129-4148-87E2CDB2FF8B}"/>
          </ac:picMkLst>
        </pc:picChg>
        <pc:picChg chg="add del mod">
          <ac:chgData name="Patrik Cavina" userId="d7e11bb0-f437-4152-93e5-5b266b1ec233" providerId="ADAL" clId="{AAAD9468-DFC3-4CCC-BFE4-BB705D44289D}" dt="2026-02-05T16:52:45.756" v="431" actId="478"/>
          <ac:picMkLst>
            <pc:docMk/>
            <pc:sldMk cId="2168181438" sldId="273"/>
            <ac:picMk id="11" creationId="{7AC9DFD4-FD62-350D-A25A-685DF0874EFE}"/>
          </ac:picMkLst>
        </pc:picChg>
        <pc:picChg chg="add mod">
          <ac:chgData name="Patrik Cavina" userId="d7e11bb0-f437-4152-93e5-5b266b1ec233" providerId="ADAL" clId="{AAAD9468-DFC3-4CCC-BFE4-BB705D44289D}" dt="2026-02-05T22:43:43.318" v="1611" actId="1076"/>
          <ac:picMkLst>
            <pc:docMk/>
            <pc:sldMk cId="2168181438" sldId="273"/>
            <ac:picMk id="13" creationId="{28900B89-12AA-819B-55E3-3957E1447E8A}"/>
          </ac:picMkLst>
        </pc:picChg>
      </pc:sldChg>
      <pc:sldChg chg="addSp delSp modSp mod ord">
        <pc:chgData name="Patrik Cavina" userId="d7e11bb0-f437-4152-93e5-5b266b1ec233" providerId="ADAL" clId="{AAAD9468-DFC3-4CCC-BFE4-BB705D44289D}" dt="2026-02-05T22:15:52.868" v="1339" actId="6549"/>
        <pc:sldMkLst>
          <pc:docMk/>
          <pc:sldMk cId="2223294437" sldId="274"/>
        </pc:sldMkLst>
        <pc:spChg chg="add mod">
          <ac:chgData name="Patrik Cavina" userId="d7e11bb0-f437-4152-93e5-5b266b1ec233" providerId="ADAL" clId="{AAAD9468-DFC3-4CCC-BFE4-BB705D44289D}" dt="2026-02-05T16:41:25.845" v="379" actId="403"/>
          <ac:spMkLst>
            <pc:docMk/>
            <pc:sldMk cId="2223294437" sldId="274"/>
            <ac:spMk id="2" creationId="{8F2FEB4D-736E-57E0-018C-3E00D8C6437B}"/>
          </ac:spMkLst>
        </pc:spChg>
        <pc:spChg chg="del">
          <ac:chgData name="Patrik Cavina" userId="d7e11bb0-f437-4152-93e5-5b266b1ec233" providerId="ADAL" clId="{AAAD9468-DFC3-4CCC-BFE4-BB705D44289D}" dt="2026-02-05T21:00:25.237" v="790" actId="478"/>
          <ac:spMkLst>
            <pc:docMk/>
            <pc:sldMk cId="2223294437" sldId="274"/>
            <ac:spMk id="6" creationId="{21ABCF49-2B49-D38B-6036-E6791030BD00}"/>
          </ac:spMkLst>
        </pc:spChg>
        <pc:spChg chg="del">
          <ac:chgData name="Patrik Cavina" userId="d7e11bb0-f437-4152-93e5-5b266b1ec233" providerId="ADAL" clId="{AAAD9468-DFC3-4CCC-BFE4-BB705D44289D}" dt="2026-02-05T21:00:25.237" v="790" actId="478"/>
          <ac:spMkLst>
            <pc:docMk/>
            <pc:sldMk cId="2223294437" sldId="274"/>
            <ac:spMk id="7" creationId="{95A62439-A22A-80E7-8B17-2B7F7592C87C}"/>
          </ac:spMkLst>
        </pc:spChg>
        <pc:spChg chg="add mod">
          <ac:chgData name="Patrik Cavina" userId="d7e11bb0-f437-4152-93e5-5b266b1ec233" providerId="ADAL" clId="{AAAD9468-DFC3-4CCC-BFE4-BB705D44289D}" dt="2026-02-05T20:53:02.037" v="626" actId="207"/>
          <ac:spMkLst>
            <pc:docMk/>
            <pc:sldMk cId="2223294437" sldId="274"/>
            <ac:spMk id="9" creationId="{7A149153-5AC4-71F5-9B75-AD25AAA2246E}"/>
          </ac:spMkLst>
        </pc:spChg>
        <pc:spChg chg="add del mod">
          <ac:chgData name="Patrik Cavina" userId="d7e11bb0-f437-4152-93e5-5b266b1ec233" providerId="ADAL" clId="{AAAD9468-DFC3-4CCC-BFE4-BB705D44289D}" dt="2026-02-05T16:41:17.005" v="376" actId="478"/>
          <ac:spMkLst>
            <pc:docMk/>
            <pc:sldMk cId="2223294437" sldId="274"/>
            <ac:spMk id="10" creationId="{2CA6E423-EC60-56EA-93C2-E98BF1404018}"/>
          </ac:spMkLst>
        </pc:spChg>
        <pc:spChg chg="add mod">
          <ac:chgData name="Patrik Cavina" userId="d7e11bb0-f437-4152-93e5-5b266b1ec233" providerId="ADAL" clId="{AAAD9468-DFC3-4CCC-BFE4-BB705D44289D}" dt="2026-02-05T22:14:17.164" v="1317" actId="1076"/>
          <ac:spMkLst>
            <pc:docMk/>
            <pc:sldMk cId="2223294437" sldId="274"/>
            <ac:spMk id="11" creationId="{55D36221-28CC-65E8-C2FF-0235D085D357}"/>
          </ac:spMkLst>
        </pc:spChg>
        <pc:spChg chg="add mod">
          <ac:chgData name="Patrik Cavina" userId="d7e11bb0-f437-4152-93e5-5b266b1ec233" providerId="ADAL" clId="{AAAD9468-DFC3-4CCC-BFE4-BB705D44289D}" dt="2026-02-05T22:14:17.164" v="1317" actId="1076"/>
          <ac:spMkLst>
            <pc:docMk/>
            <pc:sldMk cId="2223294437" sldId="274"/>
            <ac:spMk id="12" creationId="{627CDF39-3556-1811-0F9D-0C36F9025A91}"/>
          </ac:spMkLst>
        </pc:spChg>
        <pc:spChg chg="add mod">
          <ac:chgData name="Patrik Cavina" userId="d7e11bb0-f437-4152-93e5-5b266b1ec233" providerId="ADAL" clId="{AAAD9468-DFC3-4CCC-BFE4-BB705D44289D}" dt="2026-02-05T21:28:24.515" v="997" actId="113"/>
          <ac:spMkLst>
            <pc:docMk/>
            <pc:sldMk cId="2223294437" sldId="274"/>
            <ac:spMk id="13" creationId="{2794417F-62C5-136C-69A5-6915B81F5759}"/>
          </ac:spMkLst>
        </pc:spChg>
        <pc:graphicFrameChg chg="add mod modGraphic">
          <ac:chgData name="Patrik Cavina" userId="d7e11bb0-f437-4152-93e5-5b266b1ec233" providerId="ADAL" clId="{AAAD9468-DFC3-4CCC-BFE4-BB705D44289D}" dt="2026-02-05T22:15:39.322" v="1327" actId="6549"/>
          <ac:graphicFrameMkLst>
            <pc:docMk/>
            <pc:sldMk cId="2223294437" sldId="274"/>
            <ac:graphicFrameMk id="4" creationId="{121FA6ED-C7F5-E726-9DE9-CFC23F1BCED6}"/>
          </ac:graphicFrameMkLst>
        </pc:graphicFrameChg>
        <pc:graphicFrameChg chg="add mod modGraphic">
          <ac:chgData name="Patrik Cavina" userId="d7e11bb0-f437-4152-93e5-5b266b1ec233" providerId="ADAL" clId="{AAAD9468-DFC3-4CCC-BFE4-BB705D44289D}" dt="2026-02-05T22:15:52.868" v="1339" actId="6549"/>
          <ac:graphicFrameMkLst>
            <pc:docMk/>
            <pc:sldMk cId="2223294437" sldId="274"/>
            <ac:graphicFrameMk id="8" creationId="{C6D547D8-FFF8-B296-263C-43338EC57E03}"/>
          </ac:graphicFrameMkLst>
        </pc:graphicFrameChg>
        <pc:picChg chg="del mod">
          <ac:chgData name="Patrik Cavina" userId="d7e11bb0-f437-4152-93e5-5b266b1ec233" providerId="ADAL" clId="{AAAD9468-DFC3-4CCC-BFE4-BB705D44289D}" dt="2026-02-05T20:53:45.542" v="636" actId="478"/>
          <ac:picMkLst>
            <pc:docMk/>
            <pc:sldMk cId="2223294437" sldId="274"/>
            <ac:picMk id="5" creationId="{3747574D-17B4-9781-5C37-4111F3831DBA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01:50.959" v="1189" actId="1076"/>
        <pc:sldMkLst>
          <pc:docMk/>
          <pc:sldMk cId="1510991381" sldId="276"/>
        </pc:sldMkLst>
        <pc:spChg chg="add mod">
          <ac:chgData name="Patrik Cavina" userId="d7e11bb0-f437-4152-93e5-5b266b1ec233" providerId="ADAL" clId="{AAAD9468-DFC3-4CCC-BFE4-BB705D44289D}" dt="2026-02-05T21:30:37.710" v="1003" actId="113"/>
          <ac:spMkLst>
            <pc:docMk/>
            <pc:sldMk cId="1510991381" sldId="276"/>
            <ac:spMk id="2" creationId="{8EC84B76-113F-6E6E-56C6-98693BE08328}"/>
          </ac:spMkLst>
        </pc:spChg>
        <pc:spChg chg="add mod">
          <ac:chgData name="Patrik Cavina" userId="d7e11bb0-f437-4152-93e5-5b266b1ec233" providerId="ADAL" clId="{AAAD9468-DFC3-4CCC-BFE4-BB705D44289D}" dt="2026-02-04T10:58:27.281" v="257" actId="20577"/>
          <ac:spMkLst>
            <pc:docMk/>
            <pc:sldMk cId="1510991381" sldId="276"/>
            <ac:spMk id="4" creationId="{900D072C-078D-7768-4FF1-A8BD42F0A8AC}"/>
          </ac:spMkLst>
        </pc:spChg>
        <pc:spChg chg="add mod">
          <ac:chgData name="Patrik Cavina" userId="d7e11bb0-f437-4152-93e5-5b266b1ec233" providerId="ADAL" clId="{AAAD9468-DFC3-4CCC-BFE4-BB705D44289D}" dt="2026-02-04T10:58:09.697" v="252"/>
          <ac:spMkLst>
            <pc:docMk/>
            <pc:sldMk cId="1510991381" sldId="276"/>
            <ac:spMk id="8" creationId="{63CC89E1-2ED5-0314-C196-A248BC974FF2}"/>
          </ac:spMkLst>
        </pc:spChg>
        <pc:picChg chg="mod">
          <ac:chgData name="Patrik Cavina" userId="d7e11bb0-f437-4152-93e5-5b266b1ec233" providerId="ADAL" clId="{AAAD9468-DFC3-4CCC-BFE4-BB705D44289D}" dt="2026-02-05T22:01:50.959" v="1189" actId="1076"/>
          <ac:picMkLst>
            <pc:docMk/>
            <pc:sldMk cId="1510991381" sldId="276"/>
            <ac:picMk id="5" creationId="{1151156A-8307-C1F4-CCAC-55AA2B8EAD33}"/>
          </ac:picMkLst>
        </pc:picChg>
        <pc:picChg chg="mod">
          <ac:chgData name="Patrik Cavina" userId="d7e11bb0-f437-4152-93e5-5b266b1ec233" providerId="ADAL" clId="{AAAD9468-DFC3-4CCC-BFE4-BB705D44289D}" dt="2026-02-05T20:50:24.185" v="617" actId="1076"/>
          <ac:picMkLst>
            <pc:docMk/>
            <pc:sldMk cId="1510991381" sldId="276"/>
            <ac:picMk id="9" creationId="{4F0A5BDA-DFCE-EF4F-7EA1-06CC896E9278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01:07.721" v="1184" actId="1076"/>
        <pc:sldMkLst>
          <pc:docMk/>
          <pc:sldMk cId="1243931792" sldId="277"/>
        </pc:sldMkLst>
        <pc:spChg chg="add mod">
          <ac:chgData name="Patrik Cavina" userId="d7e11bb0-f437-4152-93e5-5b266b1ec233" providerId="ADAL" clId="{AAAD9468-DFC3-4CCC-BFE4-BB705D44289D}" dt="2026-02-05T22:01:07.721" v="1184" actId="1076"/>
          <ac:spMkLst>
            <pc:docMk/>
            <pc:sldMk cId="1243931792" sldId="277"/>
            <ac:spMk id="2" creationId="{29F80F5C-0414-E2E4-4479-3613CB4D78F8}"/>
          </ac:spMkLst>
        </pc:spChg>
        <pc:spChg chg="add mod">
          <ac:chgData name="Patrik Cavina" userId="d7e11bb0-f437-4152-93e5-5b266b1ec233" providerId="ADAL" clId="{AAAD9468-DFC3-4CCC-BFE4-BB705D44289D}" dt="2026-02-04T10:59:11.865" v="281" actId="20577"/>
          <ac:spMkLst>
            <pc:docMk/>
            <pc:sldMk cId="1243931792" sldId="277"/>
            <ac:spMk id="9" creationId="{FF21C7C8-9066-45CF-1333-111AFAB797A1}"/>
          </ac:spMkLst>
        </pc:spChg>
        <pc:spChg chg="add mod">
          <ac:chgData name="Patrik Cavina" userId="d7e11bb0-f437-4152-93e5-5b266b1ec233" providerId="ADAL" clId="{AAAD9468-DFC3-4CCC-BFE4-BB705D44289D}" dt="2026-02-04T11:00:28.881" v="308" actId="404"/>
          <ac:spMkLst>
            <pc:docMk/>
            <pc:sldMk cId="1243931792" sldId="277"/>
            <ac:spMk id="18" creationId="{75CC2EC2-6DE8-1506-FF67-6E431D76477E}"/>
          </ac:spMkLst>
        </pc:spChg>
        <pc:grpChg chg="del mod topLvl">
          <ac:chgData name="Patrik Cavina" userId="d7e11bb0-f437-4152-93e5-5b266b1ec233" providerId="ADAL" clId="{AAAD9468-DFC3-4CCC-BFE4-BB705D44289D}" dt="2026-02-05T21:35:53.709" v="1136" actId="478"/>
          <ac:grpSpMkLst>
            <pc:docMk/>
            <pc:sldMk cId="1243931792" sldId="277"/>
            <ac:grpSpMk id="16" creationId="{8FC451BD-421C-0F5E-55B3-B7D9C07E0991}"/>
          </ac:grpSpMkLst>
        </pc:grpChg>
        <pc:grpChg chg="del mod topLvl">
          <ac:chgData name="Patrik Cavina" userId="d7e11bb0-f437-4152-93e5-5b266b1ec233" providerId="ADAL" clId="{AAAD9468-DFC3-4CCC-BFE4-BB705D44289D}" dt="2026-02-05T21:35:53.709" v="1136" actId="478"/>
          <ac:grpSpMkLst>
            <pc:docMk/>
            <pc:sldMk cId="1243931792" sldId="277"/>
            <ac:grpSpMk id="17" creationId="{B58859E4-5507-03E0-315F-2E9E0EBAC21D}"/>
          </ac:grpSpMkLst>
        </pc:grpChg>
        <pc:picChg chg="mod topLvl">
          <ac:chgData name="Patrik Cavina" userId="d7e11bb0-f437-4152-93e5-5b266b1ec233" providerId="ADAL" clId="{AAAD9468-DFC3-4CCC-BFE4-BB705D44289D}" dt="2026-02-05T22:00:16.318" v="1178" actId="14826"/>
          <ac:picMkLst>
            <pc:docMk/>
            <pc:sldMk cId="1243931792" sldId="277"/>
            <ac:picMk id="5" creationId="{88F6615A-52CB-0C07-6403-DC0D896DE144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6T10:51:29.809" v="2125" actId="1037"/>
        <pc:sldMkLst>
          <pc:docMk/>
          <pc:sldMk cId="4266987890" sldId="279"/>
        </pc:sldMkLst>
        <pc:spChg chg="add mod">
          <ac:chgData name="Patrik Cavina" userId="d7e11bb0-f437-4152-93e5-5b266b1ec233" providerId="ADAL" clId="{AAAD9468-DFC3-4CCC-BFE4-BB705D44289D}" dt="2026-02-05T22:57:34.036" v="2121" actId="20577"/>
          <ac:spMkLst>
            <pc:docMk/>
            <pc:sldMk cId="4266987890" sldId="279"/>
            <ac:spMk id="4" creationId="{C41ADB49-EF03-1705-6B68-302DE38C7848}"/>
          </ac:spMkLst>
        </pc:spChg>
        <pc:spChg chg="add">
          <ac:chgData name="Patrik Cavina" userId="d7e11bb0-f437-4152-93e5-5b266b1ec233" providerId="ADAL" clId="{AAAD9468-DFC3-4CCC-BFE4-BB705D44289D}" dt="2026-02-05T22:17:03.457" v="1341"/>
          <ac:spMkLst>
            <pc:docMk/>
            <pc:sldMk cId="4266987890" sldId="279"/>
            <ac:spMk id="5" creationId="{1918B467-D910-3C22-496E-3ACA90C5CFDB}"/>
          </ac:spMkLst>
        </pc:spChg>
        <pc:spChg chg="del">
          <ac:chgData name="Patrik Cavina" userId="d7e11bb0-f437-4152-93e5-5b266b1ec233" providerId="ADAL" clId="{AAAD9468-DFC3-4CCC-BFE4-BB705D44289D}" dt="2026-02-05T22:28:04.397" v="1507" actId="478"/>
          <ac:spMkLst>
            <pc:docMk/>
            <pc:sldMk cId="4266987890" sldId="279"/>
            <ac:spMk id="6" creationId="{42C1C531-4C5D-F8DF-7331-4DDBB5929705}"/>
          </ac:spMkLst>
        </pc:spChg>
        <pc:spChg chg="del">
          <ac:chgData name="Patrik Cavina" userId="d7e11bb0-f437-4152-93e5-5b266b1ec233" providerId="ADAL" clId="{AAAD9468-DFC3-4CCC-BFE4-BB705D44289D}" dt="2026-02-05T22:28:04.397" v="1507" actId="478"/>
          <ac:spMkLst>
            <pc:docMk/>
            <pc:sldMk cId="4266987890" sldId="279"/>
            <ac:spMk id="7" creationId="{24A14720-554B-988D-C8CC-88F5C1342944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8" creationId="{04C24076-5A8F-8826-D76D-C8B5FD153199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9" creationId="{84911607-60AC-AF8E-B6E2-28C830AA5803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0" creationId="{CCB349BF-C9F5-17EE-E76B-2B6C2F1B186E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1" creationId="{6BEDC8F3-D58C-316B-7F62-F5003DDE6C1B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2" creationId="{B1C7CB7D-D441-9908-A41A-A68FE4155310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3" creationId="{4F13206C-6380-0603-D14B-B3383BA0D189}"/>
          </ac:spMkLst>
        </pc:spChg>
        <pc:spChg chg="add mod">
          <ac:chgData name="Patrik Cavina" userId="d7e11bb0-f437-4152-93e5-5b266b1ec233" providerId="ADAL" clId="{AAAD9468-DFC3-4CCC-BFE4-BB705D44289D}" dt="2026-02-05T22:20:26.625" v="1412"/>
          <ac:spMkLst>
            <pc:docMk/>
            <pc:sldMk cId="4266987890" sldId="279"/>
            <ac:spMk id="14" creationId="{0F07D1E9-B884-94A2-0D5C-D7BC205AC4D0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5" creationId="{3F2067FC-B765-A145-0427-7ACED453F204}"/>
          </ac:spMkLst>
        </pc:spChg>
        <pc:spChg chg="add mod topLvl">
          <ac:chgData name="Patrik Cavina" userId="d7e11bb0-f437-4152-93e5-5b266b1ec233" providerId="ADAL" clId="{AAAD9468-DFC3-4CCC-BFE4-BB705D44289D}" dt="2026-02-05T22:56:01.144" v="2105" actId="164"/>
          <ac:spMkLst>
            <pc:docMk/>
            <pc:sldMk cId="4266987890" sldId="279"/>
            <ac:spMk id="16" creationId="{6230C379-45AF-9330-BDF2-4915713164A7}"/>
          </ac:spMkLst>
        </pc:spChg>
        <pc:spChg chg="add del mod topLvl">
          <ac:chgData name="Patrik Cavina" userId="d7e11bb0-f437-4152-93e5-5b266b1ec233" providerId="ADAL" clId="{AAAD9468-DFC3-4CCC-BFE4-BB705D44289D}" dt="2026-02-05T22:29:59.115" v="1513" actId="478"/>
          <ac:spMkLst>
            <pc:docMk/>
            <pc:sldMk cId="4266987890" sldId="279"/>
            <ac:spMk id="17" creationId="{AB91093F-2611-785C-454A-3C1447C4CF55}"/>
          </ac:spMkLst>
        </pc:spChg>
        <pc:spChg chg="add mod topLvl">
          <ac:chgData name="Patrik Cavina" userId="d7e11bb0-f437-4152-93e5-5b266b1ec233" providerId="ADAL" clId="{AAAD9468-DFC3-4CCC-BFE4-BB705D44289D}" dt="2026-02-05T22:28:31.998" v="1509" actId="165"/>
          <ac:spMkLst>
            <pc:docMk/>
            <pc:sldMk cId="4266987890" sldId="279"/>
            <ac:spMk id="18" creationId="{0006A057-0BEE-75D1-88E9-FBAC08805D03}"/>
          </ac:spMkLst>
        </pc:spChg>
        <pc:spChg chg="add mod">
          <ac:chgData name="Patrik Cavina" userId="d7e11bb0-f437-4152-93e5-5b266b1ec233" providerId="ADAL" clId="{AAAD9468-DFC3-4CCC-BFE4-BB705D44289D}" dt="2026-02-06T10:51:29.809" v="2125" actId="1037"/>
          <ac:spMkLst>
            <pc:docMk/>
            <pc:sldMk cId="4266987890" sldId="279"/>
            <ac:spMk id="25" creationId="{348EAB35-4D0D-D874-DA6F-12642949F05D}"/>
          </ac:spMkLst>
        </pc:spChg>
        <pc:grpChg chg="add mod">
          <ac:chgData name="Patrik Cavina" userId="d7e11bb0-f437-4152-93e5-5b266b1ec233" providerId="ADAL" clId="{AAAD9468-DFC3-4CCC-BFE4-BB705D44289D}" dt="2026-02-05T22:28:09.265" v="1508" actId="1076"/>
          <ac:grpSpMkLst>
            <pc:docMk/>
            <pc:sldMk cId="4266987890" sldId="279"/>
            <ac:grpSpMk id="19" creationId="{B339473A-0186-3BF8-3824-BC625992A256}"/>
          </ac:grpSpMkLst>
        </pc:grpChg>
        <pc:grpChg chg="add mod">
          <ac:chgData name="Patrik Cavina" userId="d7e11bb0-f437-4152-93e5-5b266b1ec233" providerId="ADAL" clId="{AAAD9468-DFC3-4CCC-BFE4-BB705D44289D}" dt="2026-02-05T22:28:09.265" v="1508" actId="1076"/>
          <ac:grpSpMkLst>
            <pc:docMk/>
            <pc:sldMk cId="4266987890" sldId="279"/>
            <ac:grpSpMk id="20" creationId="{60D6C258-C6CF-3677-BCDB-E9030F198893}"/>
          </ac:grpSpMkLst>
        </pc:grpChg>
        <pc:grpChg chg="add mod">
          <ac:chgData name="Patrik Cavina" userId="d7e11bb0-f437-4152-93e5-5b266b1ec233" providerId="ADAL" clId="{AAAD9468-DFC3-4CCC-BFE4-BB705D44289D}" dt="2026-02-05T22:28:09.265" v="1508" actId="1076"/>
          <ac:grpSpMkLst>
            <pc:docMk/>
            <pc:sldMk cId="4266987890" sldId="279"/>
            <ac:grpSpMk id="21" creationId="{38DBF7BC-9BBF-A51D-EA60-918A60F90360}"/>
          </ac:grpSpMkLst>
        </pc:grpChg>
        <pc:grpChg chg="add mod">
          <ac:chgData name="Patrik Cavina" userId="d7e11bb0-f437-4152-93e5-5b266b1ec233" providerId="ADAL" clId="{AAAD9468-DFC3-4CCC-BFE4-BB705D44289D}" dt="2026-02-05T22:28:09.265" v="1508" actId="1076"/>
          <ac:grpSpMkLst>
            <pc:docMk/>
            <pc:sldMk cId="4266987890" sldId="279"/>
            <ac:grpSpMk id="22" creationId="{CB4F8BFF-41BF-7F8E-9A03-AF26C473C0B0}"/>
          </ac:grpSpMkLst>
        </pc:grpChg>
        <pc:grpChg chg="add mod">
          <ac:chgData name="Patrik Cavina" userId="d7e11bb0-f437-4152-93e5-5b266b1ec233" providerId="ADAL" clId="{AAAD9468-DFC3-4CCC-BFE4-BB705D44289D}" dt="2026-02-05T22:28:09.265" v="1508" actId="1076"/>
          <ac:grpSpMkLst>
            <pc:docMk/>
            <pc:sldMk cId="4266987890" sldId="279"/>
            <ac:grpSpMk id="23" creationId="{8E1728B1-209D-8843-8970-C8E6BDAB3334}"/>
          </ac:grpSpMkLst>
        </pc:grpChg>
        <pc:grpChg chg="mod">
          <ac:chgData name="Patrik Cavina" userId="d7e11bb0-f437-4152-93e5-5b266b1ec233" providerId="ADAL" clId="{AAAD9468-DFC3-4CCC-BFE4-BB705D44289D}" dt="2026-02-05T22:56:12.426" v="2106" actId="12788"/>
          <ac:grpSpMkLst>
            <pc:docMk/>
            <pc:sldMk cId="4266987890" sldId="279"/>
            <ac:grpSpMk id="26" creationId="{08AF625E-B461-C6EB-9CCC-4E370914E7AA}"/>
          </ac:grpSpMkLst>
        </pc:grpChg>
      </pc:sldChg>
      <pc:sldChg chg="addSp delSp modSp mod">
        <pc:chgData name="Patrik Cavina" userId="d7e11bb0-f437-4152-93e5-5b266b1ec233" providerId="ADAL" clId="{AAAD9468-DFC3-4CCC-BFE4-BB705D44289D}" dt="2026-02-05T22:01:34.271" v="1188" actId="1076"/>
        <pc:sldMkLst>
          <pc:docMk/>
          <pc:sldMk cId="2409160462" sldId="280"/>
        </pc:sldMkLst>
        <pc:spChg chg="add mod">
          <ac:chgData name="Patrik Cavina" userId="d7e11bb0-f437-4152-93e5-5b266b1ec233" providerId="ADAL" clId="{AAAD9468-DFC3-4CCC-BFE4-BB705D44289D}" dt="2026-02-05T22:01:34.271" v="1188" actId="1076"/>
          <ac:spMkLst>
            <pc:docMk/>
            <pc:sldMk cId="2409160462" sldId="280"/>
            <ac:spMk id="2" creationId="{818CE405-DFD8-4067-0E1E-F827806E793E}"/>
          </ac:spMkLst>
        </pc:spChg>
        <pc:spChg chg="add mod">
          <ac:chgData name="Patrik Cavina" userId="d7e11bb0-f437-4152-93e5-5b266b1ec233" providerId="ADAL" clId="{AAAD9468-DFC3-4CCC-BFE4-BB705D44289D}" dt="2026-02-04T10:58:39.993" v="265" actId="20577"/>
          <ac:spMkLst>
            <pc:docMk/>
            <pc:sldMk cId="2409160462" sldId="280"/>
            <ac:spMk id="4" creationId="{3049FCBE-8F62-8D9E-765F-62880C03661C}"/>
          </ac:spMkLst>
        </pc:spChg>
        <pc:spChg chg="add mod">
          <ac:chgData name="Patrik Cavina" userId="d7e11bb0-f437-4152-93e5-5b266b1ec233" providerId="ADAL" clId="{AAAD9468-DFC3-4CCC-BFE4-BB705D44289D}" dt="2026-02-04T10:58:33.125" v="259"/>
          <ac:spMkLst>
            <pc:docMk/>
            <pc:sldMk cId="2409160462" sldId="280"/>
            <ac:spMk id="5" creationId="{C829698A-DEAF-66D1-DA30-87D72CD5711D}"/>
          </ac:spMkLst>
        </pc:spChg>
        <pc:picChg chg="mod">
          <ac:chgData name="Patrik Cavina" userId="d7e11bb0-f437-4152-93e5-5b266b1ec233" providerId="ADAL" clId="{AAAD9468-DFC3-4CCC-BFE4-BB705D44289D}" dt="2026-02-05T22:01:25.580" v="1186" actId="1076"/>
          <ac:picMkLst>
            <pc:docMk/>
            <pc:sldMk cId="2409160462" sldId="280"/>
            <ac:picMk id="15" creationId="{8844D298-A412-614C-631E-7D4FFD1C2029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08:04.943" v="1220" actId="1076"/>
        <pc:sldMkLst>
          <pc:docMk/>
          <pc:sldMk cId="209582407" sldId="281"/>
        </pc:sldMkLst>
        <pc:spChg chg="mod">
          <ac:chgData name="Patrik Cavina" userId="d7e11bb0-f437-4152-93e5-5b266b1ec233" providerId="ADAL" clId="{AAAD9468-DFC3-4CCC-BFE4-BB705D44289D}" dt="2026-02-05T22:07:02.009" v="1207" actId="20577"/>
          <ac:spMkLst>
            <pc:docMk/>
            <pc:sldMk cId="209582407" sldId="281"/>
            <ac:spMk id="9" creationId="{16FA5235-4509-76E4-9831-008BDB68AB3A}"/>
          </ac:spMkLst>
        </pc:spChg>
        <pc:spChg chg="mod">
          <ac:chgData name="Patrik Cavina" userId="d7e11bb0-f437-4152-93e5-5b266b1ec233" providerId="ADAL" clId="{AAAD9468-DFC3-4CCC-BFE4-BB705D44289D}" dt="2026-02-05T22:07:51.856" v="1218" actId="20577"/>
          <ac:spMkLst>
            <pc:docMk/>
            <pc:sldMk cId="209582407" sldId="281"/>
            <ac:spMk id="12" creationId="{2047786B-F6D5-B046-1585-38CCD9402494}"/>
          </ac:spMkLst>
        </pc:spChg>
        <pc:spChg chg="mod">
          <ac:chgData name="Patrik Cavina" userId="d7e11bb0-f437-4152-93e5-5b266b1ec233" providerId="ADAL" clId="{AAAD9468-DFC3-4CCC-BFE4-BB705D44289D}" dt="2026-02-05T22:07:38.571" v="1212" actId="20577"/>
          <ac:spMkLst>
            <pc:docMk/>
            <pc:sldMk cId="209582407" sldId="281"/>
            <ac:spMk id="13" creationId="{B22B9BE5-9E69-74B3-FBA0-F7458015CA17}"/>
          </ac:spMkLst>
        </pc:spChg>
        <pc:spChg chg="add mod">
          <ac:chgData name="Patrik Cavina" userId="d7e11bb0-f437-4152-93e5-5b266b1ec233" providerId="ADAL" clId="{AAAD9468-DFC3-4CCC-BFE4-BB705D44289D}" dt="2026-02-04T11:01:10.442" v="327" actId="20577"/>
          <ac:spMkLst>
            <pc:docMk/>
            <pc:sldMk cId="209582407" sldId="281"/>
            <ac:spMk id="16" creationId="{F3719144-FC87-5C7A-815B-C5F4F9425644}"/>
          </ac:spMkLst>
        </pc:spChg>
        <pc:spChg chg="add mod">
          <ac:chgData name="Patrik Cavina" userId="d7e11bb0-f437-4152-93e5-5b266b1ec233" providerId="ADAL" clId="{AAAD9468-DFC3-4CCC-BFE4-BB705D44289D}" dt="2026-02-04T11:01:32.911" v="332" actId="313"/>
          <ac:spMkLst>
            <pc:docMk/>
            <pc:sldMk cId="209582407" sldId="281"/>
            <ac:spMk id="17" creationId="{42AD28AA-37C4-B209-97F1-A3D0DEAC3230}"/>
          </ac:spMkLst>
        </pc:spChg>
        <pc:picChg chg="add del mod">
          <ac:chgData name="Patrik Cavina" userId="d7e11bb0-f437-4152-93e5-5b266b1ec233" providerId="ADAL" clId="{AAAD9468-DFC3-4CCC-BFE4-BB705D44289D}" dt="2026-02-05T22:08:04.943" v="1220" actId="1076"/>
          <ac:picMkLst>
            <pc:docMk/>
            <pc:sldMk cId="209582407" sldId="281"/>
            <ac:picMk id="5" creationId="{BE959CD9-9C1F-4D8A-667B-83AEA9C6A633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50:47.630" v="1889" actId="20577"/>
        <pc:sldMkLst>
          <pc:docMk/>
          <pc:sldMk cId="3547386004" sldId="283"/>
        </pc:sldMkLst>
        <pc:spChg chg="add mod">
          <ac:chgData name="Patrik Cavina" userId="d7e11bb0-f437-4152-93e5-5b266b1ec233" providerId="ADAL" clId="{AAAD9468-DFC3-4CCC-BFE4-BB705D44289D}" dt="2026-02-04T10:57:01.315" v="223" actId="20577"/>
          <ac:spMkLst>
            <pc:docMk/>
            <pc:sldMk cId="3547386004" sldId="283"/>
            <ac:spMk id="4" creationId="{6D3088C5-43CC-D537-7B3C-76429F0E1961}"/>
          </ac:spMkLst>
        </pc:spChg>
        <pc:spChg chg="add mod">
          <ac:chgData name="Patrik Cavina" userId="d7e11bb0-f437-4152-93e5-5b266b1ec233" providerId="ADAL" clId="{AAAD9468-DFC3-4CCC-BFE4-BB705D44289D}" dt="2026-02-04T10:56:58.627" v="215"/>
          <ac:spMkLst>
            <pc:docMk/>
            <pc:sldMk cId="3547386004" sldId="283"/>
            <ac:spMk id="6" creationId="{1F9DBEA4-7661-1217-E443-FA37BA5545A7}"/>
          </ac:spMkLst>
        </pc:spChg>
        <pc:spChg chg="add mod">
          <ac:chgData name="Patrik Cavina" userId="d7e11bb0-f437-4152-93e5-5b266b1ec233" providerId="ADAL" clId="{AAAD9468-DFC3-4CCC-BFE4-BB705D44289D}" dt="2026-02-05T22:50:47.630" v="1889" actId="20577"/>
          <ac:spMkLst>
            <pc:docMk/>
            <pc:sldMk cId="3547386004" sldId="283"/>
            <ac:spMk id="8" creationId="{DED49608-9400-2DE7-59F0-2050A477E1F4}"/>
          </ac:spMkLst>
        </pc:spChg>
        <pc:spChg chg="add">
          <ac:chgData name="Patrik Cavina" userId="d7e11bb0-f437-4152-93e5-5b266b1ec233" providerId="ADAL" clId="{AAAD9468-DFC3-4CCC-BFE4-BB705D44289D}" dt="2026-02-05T22:46:26.491" v="1724"/>
          <ac:spMkLst>
            <pc:docMk/>
            <pc:sldMk cId="3547386004" sldId="283"/>
            <ac:spMk id="9" creationId="{87B750E3-D9EA-5F2A-76B1-9EFA3FEBC120}"/>
          </ac:spMkLst>
        </pc:spChg>
        <pc:picChg chg="add mod">
          <ac:chgData name="Patrik Cavina" userId="d7e11bb0-f437-4152-93e5-5b266b1ec233" providerId="ADAL" clId="{AAAD9468-DFC3-4CCC-BFE4-BB705D44289D}" dt="2026-02-05T22:45:47.255" v="1723" actId="14100"/>
          <ac:picMkLst>
            <pc:docMk/>
            <pc:sldMk cId="3547386004" sldId="283"/>
            <ac:picMk id="2" creationId="{9F977FB6-2349-45E9-BFFD-A9473054156B}"/>
          </ac:picMkLst>
        </pc:picChg>
        <pc:picChg chg="add del mod">
          <ac:chgData name="Patrik Cavina" userId="d7e11bb0-f437-4152-93e5-5b266b1ec233" providerId="ADAL" clId="{AAAD9468-DFC3-4CCC-BFE4-BB705D44289D}" dt="2026-02-05T16:53:43.588" v="447" actId="478"/>
          <ac:picMkLst>
            <pc:docMk/>
            <pc:sldMk cId="3547386004" sldId="283"/>
            <ac:picMk id="5" creationId="{712A415F-E47C-B160-BADA-B58843095A5F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54:21.443" v="2104" actId="20577"/>
        <pc:sldMkLst>
          <pc:docMk/>
          <pc:sldMk cId="3626752474" sldId="284"/>
        </pc:sldMkLst>
        <pc:spChg chg="add mod">
          <ac:chgData name="Patrik Cavina" userId="d7e11bb0-f437-4152-93e5-5b266b1ec233" providerId="ADAL" clId="{AAAD9468-DFC3-4CCC-BFE4-BB705D44289D}" dt="2026-02-04T10:57:14.468" v="236" actId="20577"/>
          <ac:spMkLst>
            <pc:docMk/>
            <pc:sldMk cId="3626752474" sldId="284"/>
            <ac:spMk id="4" creationId="{48917AA1-E186-CB4A-598C-03692DAFB02E}"/>
          </ac:spMkLst>
        </pc:spChg>
        <pc:spChg chg="add mod">
          <ac:chgData name="Patrik Cavina" userId="d7e11bb0-f437-4152-93e5-5b266b1ec233" providerId="ADAL" clId="{AAAD9468-DFC3-4CCC-BFE4-BB705D44289D}" dt="2026-02-04T10:57:09.116" v="225"/>
          <ac:spMkLst>
            <pc:docMk/>
            <pc:sldMk cId="3626752474" sldId="284"/>
            <ac:spMk id="8" creationId="{BE5CFC4C-AF4E-B830-7A0B-C44271F017D8}"/>
          </ac:spMkLst>
        </pc:spChg>
        <pc:spChg chg="add mod">
          <ac:chgData name="Patrik Cavina" userId="d7e11bb0-f437-4152-93e5-5b266b1ec233" providerId="ADAL" clId="{AAAD9468-DFC3-4CCC-BFE4-BB705D44289D}" dt="2026-02-05T22:54:21.443" v="2104" actId="20577"/>
          <ac:spMkLst>
            <pc:docMk/>
            <pc:sldMk cId="3626752474" sldId="284"/>
            <ac:spMk id="9" creationId="{2D9A7CAB-DC06-1A63-E490-12F2E6B0C008}"/>
          </ac:spMkLst>
        </pc:spChg>
        <pc:picChg chg="add mod">
          <ac:chgData name="Patrik Cavina" userId="d7e11bb0-f437-4152-93e5-5b266b1ec233" providerId="ADAL" clId="{AAAD9468-DFC3-4CCC-BFE4-BB705D44289D}" dt="2026-02-05T22:51:18.425" v="1891" actId="14100"/>
          <ac:picMkLst>
            <pc:docMk/>
            <pc:sldMk cId="3626752474" sldId="284"/>
            <ac:picMk id="2" creationId="{0D84E466-7306-9362-1C8C-C5379B069698}"/>
          </ac:picMkLst>
        </pc:picChg>
        <pc:picChg chg="add del mod">
          <ac:chgData name="Patrik Cavina" userId="d7e11bb0-f437-4152-93e5-5b266b1ec233" providerId="ADAL" clId="{AAAD9468-DFC3-4CCC-BFE4-BB705D44289D}" dt="2026-02-05T16:53:46.243" v="449" actId="478"/>
          <ac:picMkLst>
            <pc:docMk/>
            <pc:sldMk cId="3626752474" sldId="284"/>
            <ac:picMk id="5" creationId="{49CB71BC-962B-1B08-3792-3CAEBC85A625}"/>
          </ac:picMkLst>
        </pc:picChg>
      </pc:sldChg>
      <pc:sldChg chg="addSp delSp modSp mod">
        <pc:chgData name="Patrik Cavina" userId="d7e11bb0-f437-4152-93e5-5b266b1ec233" providerId="ADAL" clId="{AAAD9468-DFC3-4CCC-BFE4-BB705D44289D}" dt="2026-02-05T22:48:40.831" v="1817" actId="403"/>
        <pc:sldMkLst>
          <pc:docMk/>
          <pc:sldMk cId="3663437585" sldId="285"/>
        </pc:sldMkLst>
        <pc:spChg chg="add mod">
          <ac:chgData name="Patrik Cavina" userId="d7e11bb0-f437-4152-93e5-5b266b1ec233" providerId="ADAL" clId="{AAAD9468-DFC3-4CCC-BFE4-BB705D44289D}" dt="2026-02-04T10:56:32.415" v="212" actId="20577"/>
          <ac:spMkLst>
            <pc:docMk/>
            <pc:sldMk cId="3663437585" sldId="285"/>
            <ac:spMk id="4" creationId="{D5A4355C-655D-1EFD-7AB5-E59348ED0915}"/>
          </ac:spMkLst>
        </pc:spChg>
        <pc:spChg chg="add mod">
          <ac:chgData name="Patrik Cavina" userId="d7e11bb0-f437-4152-93e5-5b266b1ec233" providerId="ADAL" clId="{AAAD9468-DFC3-4CCC-BFE4-BB705D44289D}" dt="2026-02-04T10:56:50.420" v="214"/>
          <ac:spMkLst>
            <pc:docMk/>
            <pc:sldMk cId="3663437585" sldId="285"/>
            <ac:spMk id="5" creationId="{91B43488-B1A1-971B-3F26-9967937EEB26}"/>
          </ac:spMkLst>
        </pc:spChg>
        <pc:spChg chg="add mod">
          <ac:chgData name="Patrik Cavina" userId="d7e11bb0-f437-4152-93e5-5b266b1ec233" providerId="ADAL" clId="{AAAD9468-DFC3-4CCC-BFE4-BB705D44289D}" dt="2026-02-05T22:48:40.831" v="1817" actId="403"/>
          <ac:spMkLst>
            <pc:docMk/>
            <pc:sldMk cId="3663437585" sldId="285"/>
            <ac:spMk id="10" creationId="{9123581A-824C-98E7-2B0D-1EB24AF49836}"/>
          </ac:spMkLst>
        </pc:spChg>
        <pc:picChg chg="add del mod">
          <ac:chgData name="Patrik Cavina" userId="d7e11bb0-f437-4152-93e5-5b266b1ec233" providerId="ADAL" clId="{AAAD9468-DFC3-4CCC-BFE4-BB705D44289D}" dt="2026-02-05T16:53:40.329" v="445" actId="478"/>
          <ac:picMkLst>
            <pc:docMk/>
            <pc:sldMk cId="3663437585" sldId="285"/>
            <ac:picMk id="2" creationId="{E697E95A-BDFA-C464-70E9-387E45A62E59}"/>
          </ac:picMkLst>
        </pc:picChg>
        <pc:picChg chg="add del mod">
          <ac:chgData name="Patrik Cavina" userId="d7e11bb0-f437-4152-93e5-5b266b1ec233" providerId="ADAL" clId="{AAAD9468-DFC3-4CCC-BFE4-BB705D44289D}" dt="2026-02-05T16:53:37.980" v="443" actId="478"/>
          <ac:picMkLst>
            <pc:docMk/>
            <pc:sldMk cId="3663437585" sldId="285"/>
            <ac:picMk id="8" creationId="{0F4E1CCC-60F5-BD3B-760E-EA25C3656D5F}"/>
          </ac:picMkLst>
        </pc:picChg>
        <pc:picChg chg="add mod">
          <ac:chgData name="Patrik Cavina" userId="d7e11bb0-f437-4152-93e5-5b266b1ec233" providerId="ADAL" clId="{AAAD9468-DFC3-4CCC-BFE4-BB705D44289D}" dt="2026-02-05T22:43:46.643" v="1612" actId="1076"/>
          <ac:picMkLst>
            <pc:docMk/>
            <pc:sldMk cId="3663437585" sldId="285"/>
            <ac:picMk id="9" creationId="{AA54F159-0FCB-DFA2-1B0D-6E8017CF6360}"/>
          </ac:picMkLst>
        </pc:picChg>
      </pc:sldChg>
      <pc:sldChg chg="addSp delSp modSp mod modNotesTx">
        <pc:chgData name="Patrik Cavina" userId="d7e11bb0-f437-4152-93e5-5b266b1ec233" providerId="ADAL" clId="{AAAD9468-DFC3-4CCC-BFE4-BB705D44289D}" dt="2026-02-05T16:45:52.192" v="393" actId="1076"/>
        <pc:sldMkLst>
          <pc:docMk/>
          <pc:sldMk cId="3112326538" sldId="286"/>
        </pc:sldMkLst>
        <pc:picChg chg="add mod">
          <ac:chgData name="Patrik Cavina" userId="d7e11bb0-f437-4152-93e5-5b266b1ec233" providerId="ADAL" clId="{AAAD9468-DFC3-4CCC-BFE4-BB705D44289D}" dt="2026-02-05T16:45:52.192" v="393" actId="1076"/>
          <ac:picMkLst>
            <pc:docMk/>
            <pc:sldMk cId="3112326538" sldId="286"/>
            <ac:picMk id="5" creationId="{59D7CB7D-4A80-2654-7FD6-CFF03D85827A}"/>
          </ac:picMkLst>
        </pc:picChg>
        <pc:picChg chg="add del mod">
          <ac:chgData name="Patrik Cavina" userId="d7e11bb0-f437-4152-93e5-5b266b1ec233" providerId="ADAL" clId="{AAAD9468-DFC3-4CCC-BFE4-BB705D44289D}" dt="2026-02-05T16:45:35.298" v="388" actId="478"/>
          <ac:picMkLst>
            <pc:docMk/>
            <pc:sldMk cId="3112326538" sldId="286"/>
            <ac:picMk id="6" creationId="{DA71B5AC-606A-CB92-F74F-B14D5C3E06A9}"/>
          </ac:picMkLst>
        </pc:picChg>
      </pc:sldChg>
      <pc:sldChg chg="addSp modSp add mod">
        <pc:chgData name="Patrik Cavina" userId="d7e11bb0-f437-4152-93e5-5b266b1ec233" providerId="ADAL" clId="{AAAD9468-DFC3-4CCC-BFE4-BB705D44289D}" dt="2026-02-05T21:30:12.503" v="1002" actId="113"/>
        <pc:sldMkLst>
          <pc:docMk/>
          <pc:sldMk cId="1334552141" sldId="287"/>
        </pc:sldMkLst>
        <pc:spChg chg="add mod">
          <ac:chgData name="Patrik Cavina" userId="d7e11bb0-f437-4152-93e5-5b266b1ec233" providerId="ADAL" clId="{AAAD9468-DFC3-4CCC-BFE4-BB705D44289D}" dt="2026-02-05T21:30:12.503" v="1002" actId="113"/>
          <ac:spMkLst>
            <pc:docMk/>
            <pc:sldMk cId="1334552141" sldId="287"/>
            <ac:spMk id="4" creationId="{AEF73324-F09D-E477-EC7E-78B3E011CC03}"/>
          </ac:spMkLst>
        </pc:spChg>
        <pc:spChg chg="mod">
          <ac:chgData name="Patrik Cavina" userId="d7e11bb0-f437-4152-93e5-5b266b1ec233" providerId="ADAL" clId="{AAAD9468-DFC3-4CCC-BFE4-BB705D44289D}" dt="2026-02-05T20:53:10.901" v="635" actId="20577"/>
          <ac:spMkLst>
            <pc:docMk/>
            <pc:sldMk cId="1334552141" sldId="287"/>
            <ac:spMk id="9" creationId="{431F1D47-4F21-B24F-3672-94AC29C0E96C}"/>
          </ac:spMkLst>
        </pc:spChg>
        <pc:picChg chg="mod">
          <ac:chgData name="Patrik Cavina" userId="d7e11bb0-f437-4152-93e5-5b266b1ec233" providerId="ADAL" clId="{AAAD9468-DFC3-4CCC-BFE4-BB705D44289D}" dt="2026-02-05T21:19:24.319" v="966" actId="14100"/>
          <ac:picMkLst>
            <pc:docMk/>
            <pc:sldMk cId="1334552141" sldId="287"/>
            <ac:picMk id="5" creationId="{FAC4C718-19D9-4977-7E10-521D1F0C3643}"/>
          </ac:picMkLst>
        </pc:picChg>
      </pc:sldChg>
      <pc:sldChg chg="add del setBg">
        <pc:chgData name="Patrik Cavina" userId="d7e11bb0-f437-4152-93e5-5b266b1ec233" providerId="ADAL" clId="{AAAD9468-DFC3-4CCC-BFE4-BB705D44289D}" dt="2026-02-05T22:08:30.678" v="1222"/>
        <pc:sldMkLst>
          <pc:docMk/>
          <pc:sldMk cId="56105432" sldId="288"/>
        </pc:sldMkLst>
      </pc:sldChg>
      <pc:sldChg chg="modSp add del mod setBg">
        <pc:chgData name="Patrik Cavina" userId="d7e11bb0-f437-4152-93e5-5b266b1ec233" providerId="ADAL" clId="{AAAD9468-DFC3-4CCC-BFE4-BB705D44289D}" dt="2026-02-05T22:09:13.352" v="1260" actId="47"/>
        <pc:sldMkLst>
          <pc:docMk/>
          <pc:sldMk cId="1676784860" sldId="288"/>
        </pc:sldMkLst>
        <pc:spChg chg="mod">
          <ac:chgData name="Patrik Cavina" userId="d7e11bb0-f437-4152-93e5-5b266b1ec233" providerId="ADAL" clId="{AAAD9468-DFC3-4CCC-BFE4-BB705D44289D}" dt="2026-02-05T22:08:59.697" v="1259" actId="207"/>
          <ac:spMkLst>
            <pc:docMk/>
            <pc:sldMk cId="1676784860" sldId="288"/>
            <ac:spMk id="3" creationId="{99E02774-C12F-E9BF-BBD8-765A0D040131}"/>
          </ac:spMkLst>
        </pc:spChg>
      </pc:sldChg>
      <pc:sldChg chg="addSp delSp modSp add mod ord setBg">
        <pc:chgData name="Patrik Cavina" userId="d7e11bb0-f437-4152-93e5-5b266b1ec233" providerId="ADAL" clId="{AAAD9468-DFC3-4CCC-BFE4-BB705D44289D}" dt="2026-02-05T22:11:08.518" v="1316"/>
        <pc:sldMkLst>
          <pc:docMk/>
          <pc:sldMk cId="2226229647" sldId="288"/>
        </pc:sldMkLst>
        <pc:spChg chg="mod">
          <ac:chgData name="Patrik Cavina" userId="d7e11bb0-f437-4152-93e5-5b266b1ec233" providerId="ADAL" clId="{AAAD9468-DFC3-4CCC-BFE4-BB705D44289D}" dt="2026-02-05T22:10:46.020" v="1312" actId="1076"/>
          <ac:spMkLst>
            <pc:docMk/>
            <pc:sldMk cId="2226229647" sldId="288"/>
            <ac:spMk id="2" creationId="{F5944483-9228-8CF0-D79D-97524CC36E97}"/>
          </ac:spMkLst>
        </pc:spChg>
        <pc:spChg chg="del">
          <ac:chgData name="Patrik Cavina" userId="d7e11bb0-f437-4152-93e5-5b266b1ec233" providerId="ADAL" clId="{AAAD9468-DFC3-4CCC-BFE4-BB705D44289D}" dt="2026-02-05T22:10:42.690" v="1311" actId="478"/>
          <ac:spMkLst>
            <pc:docMk/>
            <pc:sldMk cId="2226229647" sldId="288"/>
            <ac:spMk id="3" creationId="{A3F008C5-1211-3CB6-D2C1-4AC080A841B8}"/>
          </ac:spMkLst>
        </pc:spChg>
        <pc:spChg chg="add mod ord">
          <ac:chgData name="Patrik Cavina" userId="d7e11bb0-f437-4152-93e5-5b266b1ec233" providerId="ADAL" clId="{AAAD9468-DFC3-4CCC-BFE4-BB705D44289D}" dt="2026-02-05T22:10:19.776" v="1272" actId="14100"/>
          <ac:spMkLst>
            <pc:docMk/>
            <pc:sldMk cId="2226229647" sldId="288"/>
            <ac:spMk id="5" creationId="{C3302CF4-462E-036D-48B8-7B068EE6AAC6}"/>
          </ac:spMkLst>
        </pc:spChg>
        <pc:picChg chg="add del mod">
          <ac:chgData name="Patrik Cavina" userId="d7e11bb0-f437-4152-93e5-5b266b1ec233" providerId="ADAL" clId="{AAAD9468-DFC3-4CCC-BFE4-BB705D44289D}" dt="2026-02-05T22:11:03.344" v="1314" actId="478"/>
          <ac:picMkLst>
            <pc:docMk/>
            <pc:sldMk cId="2226229647" sldId="288"/>
            <ac:picMk id="6" creationId="{EDA5953C-38BE-EBFA-1318-F4F21BACFD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72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294D-E510-AFE3-757A-4303B807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CB9EA-8CEC-042E-C09B-AF9D6D9B1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4231-FC82-E717-8CEA-585236EA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archi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arricchiti</a:t>
            </a:r>
            <a:r>
              <a:rPr lang="en-US" dirty="0"/>
              <a:t> con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pesi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indicano</a:t>
            </a:r>
            <a:r>
              <a:rPr lang="en-US" dirty="0"/>
              <a:t> la </a:t>
            </a:r>
            <a:r>
              <a:rPr lang="en-US" dirty="0" err="1"/>
              <a:t>quantità</a:t>
            </a:r>
            <a:r>
              <a:rPr lang="en-US" dirty="0"/>
              <a:t> di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scambiata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1B1F4-8D45-F413-7AC2-B9DB599930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0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9DBE-537C-7DC6-11FE-11707786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1871B-4C4A-2966-30CA-B4F9BC0DA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962A0-E211-48F1-9C90-7A7394BFD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C2C9D-D358-B6E2-971C-97522EEA7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01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421E-060E-9539-DA8B-9E68AF72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F2E99-4F65-0D58-9718-C00A292BC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4154D-38AF-F958-7F31-4D8798392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161B-370D-A6FB-4E9E-5B2DE0DCD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9AB2-7525-35CD-8AF5-343EBEF1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883C-D04D-5A8D-6152-BA04E5902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D5250-4AD9-A824-2DE7-E90DBA1A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D4F22-60F1-D4F8-8E30-0B2081301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69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1472-0C70-6C2A-5FBC-A7908431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4D225-FC2B-789A-3BF4-01418FD81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E2FC5-F066-0CE6-4391-C5834F35F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A7F0D-DAEB-94EE-FFD2-55F35522E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35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229C-65E7-3FF4-555F-AE661434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E0B5E-6FEC-D62D-7ED5-B1F8D6FFB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35B9C-B27E-092F-A493-9EE83E136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8223C-47EE-B82D-7592-8D6425961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14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6106-6B78-6109-F8AE-FDA0E582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A7DB7-F69D-C140-2946-328F79D61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7FEFA-7AB8-9E45-78B2-624A4F1A8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85E83-35BB-CE61-E57C-D28DD229B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5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43CE-F1A8-ED6C-0D69-E6DDB352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BAFD6-ABF1-9E00-58F7-62B668687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A1C66-8BDB-07C8-C1F6-B1A9B5441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4526E-2935-1CB5-AD2B-38315E557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2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E3F1-7754-E2D6-2F2A-C5E084BC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B8D1B-C59D-B7D6-2294-349933C93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6ADB6-1204-7C49-055E-FAF06E803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8045D-116A-A2B5-3331-B57C5692F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0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3F4D-09C4-C633-A327-99B329EC5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3D638-E19D-4B40-9112-D4CDA9136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A9844-C9D9-D1B5-F656-905463978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2700-0EB2-EC4A-691A-7D316416C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80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A58B-5EC3-A8FC-B1CF-09DE9A5F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A3D56-2016-F01D-3D4D-BD90E4B9F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09F4C-B16B-470A-D352-3A5E2F5C9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8608-40B3-FECF-FF98-C3B7C0790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11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9D77-1436-8ABE-A9EF-1B4CAC81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DFD52-C9D6-2D00-A91B-5CBA969CB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9EE92-B2ED-2510-35F5-25CE42271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FDD93-A2B5-873D-3579-1B812F87C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60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A1216-CEFE-5D1C-872F-4D4B48B1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9167D-A731-C600-BFF4-7691E9E40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5F45-6F4B-9315-F629-6770A65B9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A1D44-CDC6-D617-FD4A-A17FB7CB2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5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710D4-FFAB-66A4-478B-96DD3B9E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E366F-E95F-13D3-CB20-93FC01C53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F5601-037A-A1D2-DA21-D56CE9CD5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00B73-C927-5453-A1FF-F3B001564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36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9C87-E736-F19F-4A6B-5DE9A733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45F72-0258-16D2-C637-CFB411DB9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F4484-6E18-D751-D40E-E1885D51D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9AF0-FC00-1256-8F7E-4593F1E68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57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09C5-E953-71A8-5673-E188CCF5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B12D26-6A54-E301-D2DA-4215744AA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61BE0-5B75-A4FC-3EE7-FAAE0584B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BD13-24C2-9339-A7F2-A0AD7FE55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1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15CE-5E4F-5C9D-2348-77FDF23D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473BF-287F-79D0-1F46-51BC09F55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18FD-4945-9792-1BEE-D79A4424E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F8C7-1673-ED27-3A8F-F47CC244E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04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D2D1-D52B-D416-5F7B-0170D87F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3CD13-9F42-E500-FB33-B6AB4356B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846CB-0F21-8E77-CE64-7B2A013BD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BEFA4-D10C-B8E4-032B-EA4B06FE2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67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Florida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 Food Web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Patrik Cavina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A4E9D16F-5096-7EFD-9E63-9A0A7EBE5C13}"/>
              </a:ext>
            </a:extLst>
          </p:cNvPr>
          <p:cNvGrpSpPr/>
          <p:nvPr/>
        </p:nvGrpSpPr>
        <p:grpSpPr>
          <a:xfrm>
            <a:off x="555163" y="1480990"/>
            <a:ext cx="444154" cy="444154"/>
            <a:chOff x="640080" y="1371600"/>
            <a:chExt cx="457200" cy="457200"/>
          </a:xfrm>
        </p:grpSpPr>
        <p:sp>
          <p:nvSpPr>
            <p:cNvPr id="4" name="Shape 2"/>
            <p:cNvSpPr/>
            <p:nvPr/>
          </p:nvSpPr>
          <p:spPr>
            <a:xfrm>
              <a:off x="640080" y="1371600"/>
              <a:ext cx="457200" cy="45720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 3"/>
            <p:cNvSpPr/>
            <p:nvPr/>
          </p:nvSpPr>
          <p:spPr>
            <a:xfrm>
              <a:off x="640080" y="1371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1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1097280" y="1588597"/>
            <a:ext cx="3034453" cy="220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dirty="0"/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0AC69588-8D9B-190A-3306-D57BC43E7B23}"/>
              </a:ext>
            </a:extLst>
          </p:cNvPr>
          <p:cNvGrpSpPr/>
          <p:nvPr/>
        </p:nvGrpSpPr>
        <p:grpSpPr>
          <a:xfrm>
            <a:off x="555163" y="2050692"/>
            <a:ext cx="444154" cy="444154"/>
            <a:chOff x="640080" y="1371600"/>
            <a:chExt cx="457200" cy="457200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7CE61774-AE9C-300B-518A-0C9292AF2873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04AFC2F0-FA47-B9D5-01DC-6A6467DC5C49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2</a:t>
              </a:r>
              <a:endParaRPr lang="en-US" sz="1200" dirty="0"/>
            </a:p>
          </p:txBody>
        </p:sp>
      </p:grpSp>
      <p:sp>
        <p:nvSpPr>
          <p:cNvPr id="24" name="Text 4">
            <a:extLst>
              <a:ext uri="{FF2B5EF4-FFF2-40B4-BE49-F238E27FC236}">
                <a16:creationId xmlns:a16="http://schemas.microsoft.com/office/drawing/2014/main" id="{AE4AAB76-1859-1EFF-6E01-EE5514F34AD2}"/>
              </a:ext>
            </a:extLst>
          </p:cNvPr>
          <p:cNvSpPr/>
          <p:nvPr/>
        </p:nvSpPr>
        <p:spPr>
          <a:xfrm>
            <a:off x="1097280" y="2158299"/>
            <a:ext cx="3034453" cy="220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dirty="0"/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F9C78B55-E3D9-5C32-4046-EBC18BE07CA4}"/>
              </a:ext>
            </a:extLst>
          </p:cNvPr>
          <p:cNvGrpSpPr/>
          <p:nvPr/>
        </p:nvGrpSpPr>
        <p:grpSpPr>
          <a:xfrm>
            <a:off x="555163" y="2620394"/>
            <a:ext cx="444154" cy="444154"/>
            <a:chOff x="640080" y="1371600"/>
            <a:chExt cx="457200" cy="457200"/>
          </a:xfrm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34C8D218-EB40-53CD-1061-D51C1AD54A7A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716A61BD-941E-9152-9740-A985E72290DF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3</a:t>
              </a:r>
              <a:endParaRPr lang="en-US" sz="1200" dirty="0"/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479DF710-54D7-0BE7-F875-62DC7964A3D8}"/>
              </a:ext>
            </a:extLst>
          </p:cNvPr>
          <p:cNvSpPr/>
          <p:nvPr/>
        </p:nvSpPr>
        <p:spPr>
          <a:xfrm>
            <a:off x="1097280" y="2728001"/>
            <a:ext cx="3034453" cy="220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trofico</a:t>
            </a:r>
            <a:endParaRPr lang="en-US" dirty="0"/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CF4675D2-AB46-2FCC-7D06-41C25F1936EE}"/>
              </a:ext>
            </a:extLst>
          </p:cNvPr>
          <p:cNvGrpSpPr/>
          <p:nvPr/>
        </p:nvGrpSpPr>
        <p:grpSpPr>
          <a:xfrm>
            <a:off x="555163" y="3190096"/>
            <a:ext cx="444154" cy="444154"/>
            <a:chOff x="640080" y="1371600"/>
            <a:chExt cx="457200" cy="457200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F503E919-01A5-E0FE-A28E-22BF9C810842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D61503D2-AA52-3B85-9AF0-945CCA81E4E2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4</a:t>
              </a:r>
              <a:endParaRPr lang="en-US" sz="1200" dirty="0"/>
            </a:p>
          </p:txBody>
        </p:sp>
      </p:grpSp>
      <p:sp>
        <p:nvSpPr>
          <p:cNvPr id="34" name="Text 4">
            <a:extLst>
              <a:ext uri="{FF2B5EF4-FFF2-40B4-BE49-F238E27FC236}">
                <a16:creationId xmlns:a16="http://schemas.microsoft.com/office/drawing/2014/main" id="{7016059B-ED70-AD61-1202-99F907A42388}"/>
              </a:ext>
            </a:extLst>
          </p:cNvPr>
          <p:cNvSpPr/>
          <p:nvPr/>
        </p:nvSpPr>
        <p:spPr>
          <a:xfrm>
            <a:off x="1097280" y="3297703"/>
            <a:ext cx="3034453" cy="220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endParaRPr lang="en-US" dirty="0"/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D1099B25-4CD0-7CEA-DDD0-994A661A095B}"/>
              </a:ext>
            </a:extLst>
          </p:cNvPr>
          <p:cNvGrpSpPr/>
          <p:nvPr/>
        </p:nvGrpSpPr>
        <p:grpSpPr>
          <a:xfrm>
            <a:off x="555163" y="3759798"/>
            <a:ext cx="444154" cy="444154"/>
            <a:chOff x="640080" y="1371600"/>
            <a:chExt cx="457200" cy="457200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F1FF12D2-5731-2324-9FB7-A18148DE0979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D19FF97E-6EB6-9E0E-1B44-89CE0B5CC1C4}"/>
                </a:ext>
              </a:extLst>
            </p:cNvPr>
            <p:cNvSpPr/>
            <p:nvPr/>
          </p:nvSpPr>
          <p:spPr>
            <a:xfrm>
              <a:off x="640080" y="137160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5</a:t>
              </a:r>
              <a:endParaRPr lang="en-US" sz="1200" dirty="0"/>
            </a:p>
          </p:txBody>
        </p:sp>
      </p:grpSp>
      <p:sp>
        <p:nvSpPr>
          <p:cNvPr id="39" name="Text 4">
            <a:extLst>
              <a:ext uri="{FF2B5EF4-FFF2-40B4-BE49-F238E27FC236}">
                <a16:creationId xmlns:a16="http://schemas.microsoft.com/office/drawing/2014/main" id="{64896F93-10B5-65FD-7050-30993C32268D}"/>
              </a:ext>
            </a:extLst>
          </p:cNvPr>
          <p:cNvSpPr/>
          <p:nvPr/>
        </p:nvSpPr>
        <p:spPr>
          <a:xfrm>
            <a:off x="1097280" y="3867405"/>
            <a:ext cx="3034453" cy="220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01A77-3DAB-EF70-D0B3-4C41B1FC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BCA7AB-11BE-9D47-8BCF-B7DD78032B2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FFBE0D-B076-A296-31AC-BB103BFDC5BA}"/>
              </a:ext>
            </a:extLst>
          </p:cNvPr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A605C82-7209-0E95-8DD2-376D64714200}"/>
              </a:ext>
            </a:extLst>
          </p:cNvPr>
          <p:cNvSpPr txBox="1"/>
          <p:nvPr/>
        </p:nvSpPr>
        <p:spPr>
          <a:xfrm>
            <a:off x="457200" y="1658264"/>
            <a:ext cx="3911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Food</a:t>
            </a:r>
            <a:r>
              <a:rPr lang="it-IT" sz="1600" b="1" dirty="0">
                <a:solidFill>
                  <a:srgbClr val="065A82"/>
                </a:solidFill>
              </a:rPr>
              <a:t> </a:t>
            </a:r>
            <a:r>
              <a:rPr lang="it-IT" sz="1600" b="1" dirty="0"/>
              <a:t>web</a:t>
            </a:r>
            <a:r>
              <a:rPr lang="it-IT" sz="1600" dirty="0"/>
              <a:t>: </a:t>
            </a:r>
            <a:r>
              <a:rPr lang="it-IT" sz="1600" b="1" dirty="0"/>
              <a:t>insieme di catene alimentari </a:t>
            </a:r>
            <a:r>
              <a:rPr lang="it-IT" sz="1600" dirty="0"/>
              <a:t>all'interno di un ecosistema, che si collegano tra di loro formando una rete alimentare. 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 collegamenti all'interno di una food web indicano la relazione </a:t>
            </a:r>
            <a:br>
              <a:rPr lang="it-IT" sz="1600" dirty="0"/>
            </a:br>
            <a:r>
              <a:rPr lang="it-IT" sz="1600" dirty="0"/>
              <a:t>"chi mangia chi".</a:t>
            </a:r>
          </a:p>
        </p:txBody>
      </p:sp>
      <p:pic>
        <p:nvPicPr>
          <p:cNvPr id="5" name="Immagine 4" descr="Immagine che contiene diagramm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9ADCAAF3-1AAC-7CC5-9CD0-A89D5E259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95" y="1158241"/>
            <a:ext cx="4593227" cy="30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A619-5EED-5DF6-83B6-93CEDB3F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50453D-3B50-0072-2A74-4E8609DF1B1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B49F30-A5A0-9D8F-33B6-CD29BFC90F1C}"/>
              </a:ext>
            </a:extLst>
          </p:cNvPr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59D7CB7D-4A80-2654-7FD6-CFF03D85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719" y="1051560"/>
            <a:ext cx="6130562" cy="408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2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F06BF347-6075-1680-A9CF-A687967E92CF}"/>
              </a:ext>
            </a:extLst>
          </p:cNvPr>
          <p:cNvGrpSpPr/>
          <p:nvPr/>
        </p:nvGrpSpPr>
        <p:grpSpPr>
          <a:xfrm>
            <a:off x="640080" y="1769108"/>
            <a:ext cx="2331720" cy="2034541"/>
            <a:chOff x="640080" y="1737360"/>
            <a:chExt cx="2331720" cy="2034541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2E549B3E-94EC-24FF-9CCA-18A03E5EB4CC}"/>
                </a:ext>
              </a:extLst>
            </p:cNvPr>
            <p:cNvGrpSpPr/>
            <p:nvPr/>
          </p:nvGrpSpPr>
          <p:grpSpPr>
            <a:xfrm>
              <a:off x="640080" y="1737360"/>
              <a:ext cx="2286000" cy="822960"/>
              <a:chOff x="640080" y="1371600"/>
              <a:chExt cx="2286000" cy="822960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640080" y="1371600"/>
                <a:ext cx="22860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4800" b="1" dirty="0">
                    <a:solidFill>
                      <a:srgbClr val="1C729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128</a:t>
                </a:r>
                <a:endParaRPr lang="en-US" sz="4800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640080" y="1920240"/>
                <a:ext cx="22860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7F8C8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Nodi (specie)</a:t>
                </a:r>
                <a:endParaRPr lang="en-US" sz="1400" dirty="0"/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8CA01506-051A-434D-6A01-AC93BC81D369}"/>
                </a:ext>
              </a:extLst>
            </p:cNvPr>
            <p:cNvGrpSpPr/>
            <p:nvPr/>
          </p:nvGrpSpPr>
          <p:grpSpPr>
            <a:xfrm>
              <a:off x="685800" y="2948941"/>
              <a:ext cx="2286000" cy="822960"/>
              <a:chOff x="640080" y="3108960"/>
              <a:chExt cx="2286000" cy="822960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640080" y="3108960"/>
                <a:ext cx="22860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4800" b="1" dirty="0">
                    <a:solidFill>
                      <a:srgbClr val="065A8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2106</a:t>
                </a:r>
                <a:endParaRPr lang="en-US" sz="48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640080" y="3657600"/>
                <a:ext cx="22860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7F8C8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Archi (interazioni)</a:t>
                </a:r>
                <a:endParaRPr lang="en-US" sz="1400" dirty="0"/>
              </a:p>
            </p:txBody>
          </p:sp>
        </p:grp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8D365E80-28A1-4B25-72D2-B5D16DCB9F29}"/>
              </a:ext>
            </a:extLst>
          </p:cNvPr>
          <p:cNvGrpSpPr/>
          <p:nvPr/>
        </p:nvGrpSpPr>
        <p:grpSpPr>
          <a:xfrm>
            <a:off x="4572000" y="1588769"/>
            <a:ext cx="5029200" cy="2400301"/>
            <a:chOff x="3703322" y="1554480"/>
            <a:chExt cx="5029200" cy="2400301"/>
          </a:xfrm>
        </p:grpSpPr>
        <p:sp>
          <p:nvSpPr>
            <p:cNvPr id="10" name="Text 8"/>
            <p:cNvSpPr/>
            <p:nvPr/>
          </p:nvSpPr>
          <p:spPr>
            <a:xfrm>
              <a:off x="3703322" y="1554480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Caratteristiche</a:t>
              </a:r>
              <a:r>
                <a:rPr lang="en-US" sz="20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del Dataset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703322" y="2011680"/>
              <a:ext cx="5029200" cy="19431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Ecosistema</a:t>
              </a:r>
              <a:endPara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Florida Bay (</a:t>
              </a:r>
              <a:r>
                <a:rPr lang="en-US" sz="14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sud</a:t>
              </a:r>
              <a:r>
                <a:rPr lang="en-US" sz="14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Florida) wet season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Attributi</a:t>
              </a:r>
              <a:r>
                <a:rPr lang="en-US" sz="14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nodi </a:t>
              </a:r>
              <a:endParaRPr lang="en-US" sz="1400" b="1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Biomassa</a:t>
              </a:r>
              <a:endPara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Tipo </a:t>
              </a:r>
              <a:r>
                <a:rPr lang="en-US" sz="14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ecologico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Attributi</a:t>
              </a:r>
              <a:r>
                <a:rPr lang="en-US" sz="14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</a:t>
              </a:r>
              <a:r>
                <a:rPr lang="en-US" sz="14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Flusso</a:t>
              </a:r>
              <a:r>
                <a:rPr lang="en-US" sz="14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 </a:t>
              </a:r>
              <a:r>
                <a:rPr lang="en-US" sz="1400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carbonio</a:t>
              </a:r>
              <a:r>
                <a:rPr lang="en-US" sz="1400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(g C/m²/year)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Trofico (Trophic Level)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2004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FAC71087-F2E5-D8ED-24C3-76EC1054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94018"/>
              </p:ext>
            </p:extLst>
          </p:nvPr>
        </p:nvGraphicFramePr>
        <p:xfrm>
          <a:off x="4879076" y="1327755"/>
          <a:ext cx="3739485" cy="1371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071348">
                  <a:extLst>
                    <a:ext uri="{9D8B030D-6E8A-4147-A177-3AD203B41FA5}">
                      <a16:colId xmlns:a16="http://schemas.microsoft.com/office/drawing/2014/main" val="3234558604"/>
                    </a:ext>
                  </a:extLst>
                </a:gridCol>
                <a:gridCol w="2668137">
                  <a:extLst>
                    <a:ext uri="{9D8B030D-6E8A-4147-A177-3AD203B41FA5}">
                      <a16:colId xmlns:a16="http://schemas.microsoft.com/office/drawing/2014/main" val="2890135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it-IT" sz="1200" dirty="0"/>
                        <a:t>Livello trofico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dirty="0"/>
                        <a:t>Descrizione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3539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Produttori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piante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fitoplancton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19678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Erbivori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47004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Carnivori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onnivori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18388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Predatori</a:t>
                      </a:r>
                      <a:r>
                        <a:rPr lang="en-US" sz="1200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apicali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1770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E692AD2C-E7E0-3C1F-3E1B-EDF8AE082193}"/>
                  </a:ext>
                </a:extLst>
              </p:cNvPr>
              <p:cNvSpPr txBox="1"/>
              <p:nvPr/>
            </p:nvSpPr>
            <p:spPr>
              <a:xfrm>
                <a:off x="2882410" y="3822288"/>
                <a:ext cx="2277355" cy="625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=1+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sSub>
                                <m:sSubPr>
                                  <m:ctrlP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it-IT" sz="16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E692AD2C-E7E0-3C1F-3E1B-EDF8AE082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410" y="3822288"/>
                <a:ext cx="2277355" cy="625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43EFB17-B3AC-7A6D-FE4E-629501863E53}"/>
              </a:ext>
            </a:extLst>
          </p:cNvPr>
          <p:cNvSpPr txBox="1"/>
          <p:nvPr/>
        </p:nvSpPr>
        <p:spPr>
          <a:xfrm>
            <a:off x="457200" y="1314360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Il </a:t>
            </a:r>
            <a:r>
              <a:rPr lang="it-IT" sz="1400" b="1" dirty="0"/>
              <a:t>livello trofico</a:t>
            </a:r>
            <a:r>
              <a:rPr lang="it-IT" sz="1400" dirty="0"/>
              <a:t> è un numero intero che indica la posizione di un organismo all'interno della food web.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In sostanza, indica quanti passi separano la specie dall'inizio della catena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30A94CD-6764-C0F8-EB8C-149F67E2DB4B}"/>
              </a:ext>
            </a:extLst>
          </p:cNvPr>
          <p:cNvSpPr txBox="1"/>
          <p:nvPr/>
        </p:nvSpPr>
        <p:spPr>
          <a:xfrm>
            <a:off x="457201" y="2963559"/>
            <a:ext cx="8366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Non è sempre possibile assegnare una posizione intera all'interno della food web, viene calcolato quindi il </a:t>
            </a:r>
            <a:r>
              <a:rPr lang="it-IT" sz="1400" b="1" dirty="0" err="1"/>
              <a:t>fractional</a:t>
            </a:r>
            <a:r>
              <a:rPr lang="it-IT" sz="1400" b="1" dirty="0"/>
              <a:t> </a:t>
            </a:r>
            <a:r>
              <a:rPr lang="it-IT" sz="1400" b="1" dirty="0" err="1"/>
              <a:t>trophic</a:t>
            </a:r>
            <a:r>
              <a:rPr lang="it-IT" sz="1400" b="1" dirty="0"/>
              <a:t> </a:t>
            </a:r>
            <a:r>
              <a:rPr lang="it-IT" sz="1400" b="1" dirty="0" err="1"/>
              <a:t>level</a:t>
            </a:r>
            <a:r>
              <a:rPr lang="it-IT" sz="1400" b="1" dirty="0"/>
              <a:t> </a:t>
            </a:r>
            <a:r>
              <a:rPr lang="it-IT" sz="1400" dirty="0"/>
              <a:t>(TL) per assegnare il livello trofico a ogni specie.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C7FA9C8-783A-6B44-7FA8-566699AD818E}"/>
                  </a:ext>
                </a:extLst>
              </p:cNvPr>
              <p:cNvSpPr txBox="1"/>
              <p:nvPr/>
            </p:nvSpPr>
            <p:spPr>
              <a:xfrm>
                <a:off x="5554639" y="3822288"/>
                <a:ext cx="3268639" cy="578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000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it-IT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1000" dirty="0"/>
                  <a:t> livello trofico della specie </a:t>
                </a:r>
                <a14:m>
                  <m:oMath xmlns:m="http://schemas.openxmlformats.org/officeDocument/2006/math">
                    <m:r>
                      <a:rPr lang="it-IT" sz="1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sz="1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000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it-IT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1000" dirty="0"/>
                  <a:t> livello trofico della specie </a:t>
                </a:r>
                <a14:m>
                  <m:oMath xmlns:m="http://schemas.openxmlformats.org/officeDocument/2006/math">
                    <m:r>
                      <a:rPr lang="it-IT" sz="1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it-IT" sz="1000" dirty="0"/>
                  <a:t> predata da </a:t>
                </a:r>
                <a14:m>
                  <m:oMath xmlns:m="http://schemas.openxmlformats.org/officeDocument/2006/math">
                    <m:r>
                      <a:rPr lang="it-IT" sz="1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sz="1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000" b="0" i="1" dirty="0" smtClean="0">
                            <a:latin typeface="Cambria Math" panose="02040503050406030204" pitchFamily="18" charset="0"/>
                          </a:rPr>
                          <m:t>DC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1000" b="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sz="1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1000" dirty="0"/>
                  <a:t> frazione della specie </a:t>
                </a:r>
                <a14:m>
                  <m:oMath xmlns:m="http://schemas.openxmlformats.org/officeDocument/2006/math">
                    <m:r>
                      <a:rPr lang="it-IT" sz="1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 sz="1000" dirty="0"/>
                  <a:t> nella dieta della specie </a:t>
                </a:r>
                <a14:m>
                  <m:oMath xmlns:m="http://schemas.openxmlformats.org/officeDocument/2006/math">
                    <m:r>
                      <a:rPr lang="it-IT" sz="10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sz="1000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C7FA9C8-783A-6B44-7FA8-566699AD8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639" y="3822288"/>
                <a:ext cx="3268639" cy="578748"/>
              </a:xfrm>
              <a:prstGeom prst="rect">
                <a:avLst/>
              </a:prstGeom>
              <a:blipFill>
                <a:blip r:embed="rId4"/>
                <a:stretch>
                  <a:fillRect b="-4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AA32C-9180-407D-2E5C-9E4F81D08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EAACA0-78CC-9EC7-301F-7AD4EB586F5F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Trofico (Trophic Level)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7E74CB-6A01-A7D7-30F5-E5C0E3BECA1C}"/>
              </a:ext>
            </a:extLst>
          </p:cNvPr>
          <p:cNvSpPr/>
          <p:nvPr/>
        </p:nvSpPr>
        <p:spPr>
          <a:xfrm>
            <a:off x="457200" y="960120"/>
            <a:ext cx="32004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magine 19" descr="Immagine che contiene testo, schermata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901E49B4-10A6-560E-826B-577376D30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45809"/>
            <a:ext cx="4258357" cy="2838905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D066B8A-3B61-1C1B-ECE0-6C9F388BC460}"/>
              </a:ext>
            </a:extLst>
          </p:cNvPr>
          <p:cNvSpPr txBox="1"/>
          <p:nvPr/>
        </p:nvSpPr>
        <p:spPr>
          <a:xfrm>
            <a:off x="457200" y="1637216"/>
            <a:ext cx="37940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Nella food web analizzata la </a:t>
            </a:r>
            <a:r>
              <a:rPr lang="it-IT" sz="1400" b="1" dirty="0"/>
              <a:t>maggioranza delle specie </a:t>
            </a:r>
            <a:r>
              <a:rPr lang="it-IT" sz="1400" dirty="0"/>
              <a:t>sono di </a:t>
            </a:r>
            <a:r>
              <a:rPr lang="it-IT" sz="1400" b="1" dirty="0"/>
              <a:t>livello trofico 2 e 3</a:t>
            </a:r>
            <a:r>
              <a:rPr lang="it-IT" sz="1400" dirty="0"/>
              <a:t>.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maggior parte delle specie sono: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onnivore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400" dirty="0"/>
              <a:t>carnivore</a:t>
            </a:r>
          </a:p>
        </p:txBody>
      </p:sp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CEBA1A70-C278-D425-6697-2988FB0A2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52763"/>
              </p:ext>
            </p:extLst>
          </p:nvPr>
        </p:nvGraphicFramePr>
        <p:xfrm>
          <a:off x="863789" y="3433877"/>
          <a:ext cx="2980900" cy="57997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45225">
                  <a:extLst>
                    <a:ext uri="{9D8B030D-6E8A-4147-A177-3AD203B41FA5}">
                      <a16:colId xmlns:a16="http://schemas.microsoft.com/office/drawing/2014/main" val="3775489977"/>
                    </a:ext>
                  </a:extLst>
                </a:gridCol>
                <a:gridCol w="745225">
                  <a:extLst>
                    <a:ext uri="{9D8B030D-6E8A-4147-A177-3AD203B41FA5}">
                      <a16:colId xmlns:a16="http://schemas.microsoft.com/office/drawing/2014/main" val="3529669896"/>
                    </a:ext>
                  </a:extLst>
                </a:gridCol>
                <a:gridCol w="745225">
                  <a:extLst>
                    <a:ext uri="{9D8B030D-6E8A-4147-A177-3AD203B41FA5}">
                      <a16:colId xmlns:a16="http://schemas.microsoft.com/office/drawing/2014/main" val="2670204514"/>
                    </a:ext>
                  </a:extLst>
                </a:gridCol>
                <a:gridCol w="745225">
                  <a:extLst>
                    <a:ext uri="{9D8B030D-6E8A-4147-A177-3AD203B41FA5}">
                      <a16:colId xmlns:a16="http://schemas.microsoft.com/office/drawing/2014/main" val="1778876902"/>
                    </a:ext>
                  </a:extLst>
                </a:gridCol>
              </a:tblGrid>
              <a:tr h="222758"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Mediana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128684"/>
                  </a:ext>
                </a:extLst>
              </a:tr>
              <a:tr h="328511"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3.28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50" dirty="0"/>
                        <a:t>4.6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312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10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42D2-6638-EDFD-3FB4-3F111592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486DAB-3975-CF7C-0CBC-134893D653F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CB745B-357A-7C43-49FB-5D0A1211A38B}"/>
              </a:ext>
            </a:extLst>
          </p:cNvPr>
          <p:cNvSpPr/>
          <p:nvPr/>
        </p:nvSpPr>
        <p:spPr>
          <a:xfrm>
            <a:off x="457200" y="960120"/>
            <a:ext cx="32004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0604BC0B-E149-3EFE-EECA-D5AFF39E6CA0}"/>
              </a:ext>
            </a:extLst>
          </p:cNvPr>
          <p:cNvGrpSpPr/>
          <p:nvPr/>
        </p:nvGrpSpPr>
        <p:grpSpPr>
          <a:xfrm>
            <a:off x="457199" y="1430460"/>
            <a:ext cx="4114800" cy="542090"/>
            <a:chOff x="457199" y="1430460"/>
            <a:chExt cx="4114800" cy="542090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76A3B483-90B2-3F47-6F14-7BB5F8D94A63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5" name="Shape 2">
                <a:extLst>
                  <a:ext uri="{FF2B5EF4-FFF2-40B4-BE49-F238E27FC236}">
                    <a16:creationId xmlns:a16="http://schemas.microsoft.com/office/drawing/2014/main" id="{9C2D4068-BE52-A0BD-8F23-AF49875C3064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ADEAED6C-74D5-D820-308D-5E0B39E74557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Q1</a:t>
                </a:r>
                <a:endParaRPr lang="en-US" sz="1200" dirty="0"/>
              </a:p>
            </p:txBody>
          </p:sp>
        </p:grp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345DE624-3616-9731-7120-A1FFEEE1BD59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Distribuzione della </a:t>
              </a:r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biomassa</a:t>
              </a:r>
              <a:endParaRPr lang="en-US" dirty="0"/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37031C40-B4B3-2461-9402-769C2B1FD979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Come si distribuisce la biomassa tra i livelli trofici?</a:t>
              </a:r>
              <a:endParaRPr lang="en-US" sz="1200" dirty="0"/>
            </a:p>
          </p:txBody>
        </p:sp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D6042459-FA5F-1491-BE15-84FA1CD9C8C5}"/>
              </a:ext>
            </a:extLst>
          </p:cNvPr>
          <p:cNvGrpSpPr/>
          <p:nvPr/>
        </p:nvGrpSpPr>
        <p:grpSpPr>
          <a:xfrm>
            <a:off x="457199" y="2262954"/>
            <a:ext cx="4114800" cy="542090"/>
            <a:chOff x="457199" y="1430460"/>
            <a:chExt cx="4114800" cy="542090"/>
          </a:xfrm>
        </p:grpSpPr>
        <p:grpSp>
          <p:nvGrpSpPr>
            <p:cNvPr id="65" name="Gruppo 64">
              <a:extLst>
                <a:ext uri="{FF2B5EF4-FFF2-40B4-BE49-F238E27FC236}">
                  <a16:creationId xmlns:a16="http://schemas.microsoft.com/office/drawing/2014/main" id="{FC06D474-FEAE-4BE0-90E6-0D82B0F9B397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68" name="Shape 2">
                <a:extLst>
                  <a:ext uri="{FF2B5EF4-FFF2-40B4-BE49-F238E27FC236}">
                    <a16:creationId xmlns:a16="http://schemas.microsoft.com/office/drawing/2014/main" id="{CF4095C5-7906-C0F3-FA99-023D8C1385DF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9" name="Text 3">
                <a:extLst>
                  <a:ext uri="{FF2B5EF4-FFF2-40B4-BE49-F238E27FC236}">
                    <a16:creationId xmlns:a16="http://schemas.microsoft.com/office/drawing/2014/main" id="{68584A9A-A85D-628C-6043-F2838BCC3117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Q2</a:t>
                </a:r>
                <a:endParaRPr lang="en-US" sz="1200" dirty="0"/>
              </a:p>
            </p:txBody>
          </p:sp>
        </p:grpSp>
        <p:sp>
          <p:nvSpPr>
            <p:cNvPr id="66" name="Text 4">
              <a:extLst>
                <a:ext uri="{FF2B5EF4-FFF2-40B4-BE49-F238E27FC236}">
                  <a16:creationId xmlns:a16="http://schemas.microsoft.com/office/drawing/2014/main" id="{856206E2-7D1C-CED4-B7B0-DA15AC95DFF2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Ecological efficiency</a:t>
              </a:r>
              <a:endParaRPr lang="en-US" dirty="0"/>
            </a:p>
          </p:txBody>
        </p:sp>
        <p:sp>
          <p:nvSpPr>
            <p:cNvPr id="67" name="Text 5">
              <a:extLst>
                <a:ext uri="{FF2B5EF4-FFF2-40B4-BE49-F238E27FC236}">
                  <a16:creationId xmlns:a16="http://schemas.microsoft.com/office/drawing/2014/main" id="{57550DD0-E0C1-F1A6-F457-9BB92BD6C30F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 è l'efficienza di trasferimento energetico tra i livelli trofici?</a:t>
              </a:r>
              <a:endParaRPr lang="en-US" sz="1200" dirty="0"/>
            </a:p>
          </p:txBody>
        </p:sp>
      </p:grp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A8B84DF4-E538-F7C2-84D0-02280E7197C6}"/>
              </a:ext>
            </a:extLst>
          </p:cNvPr>
          <p:cNvGrpSpPr/>
          <p:nvPr/>
        </p:nvGrpSpPr>
        <p:grpSpPr>
          <a:xfrm>
            <a:off x="457199" y="3095448"/>
            <a:ext cx="4114800" cy="542090"/>
            <a:chOff x="457199" y="1430460"/>
            <a:chExt cx="4114800" cy="542090"/>
          </a:xfrm>
        </p:grpSpPr>
        <p:grpSp>
          <p:nvGrpSpPr>
            <p:cNvPr id="71" name="Gruppo 70">
              <a:extLst>
                <a:ext uri="{FF2B5EF4-FFF2-40B4-BE49-F238E27FC236}">
                  <a16:creationId xmlns:a16="http://schemas.microsoft.com/office/drawing/2014/main" id="{4EAAE6EE-4032-7B75-D361-8E6C14897173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74" name="Shape 2">
                <a:extLst>
                  <a:ext uri="{FF2B5EF4-FFF2-40B4-BE49-F238E27FC236}">
                    <a16:creationId xmlns:a16="http://schemas.microsoft.com/office/drawing/2014/main" id="{41FAB01D-244E-15E3-C699-8655E3F4037D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75" name="Text 3">
                <a:extLst>
                  <a:ext uri="{FF2B5EF4-FFF2-40B4-BE49-F238E27FC236}">
                    <a16:creationId xmlns:a16="http://schemas.microsoft.com/office/drawing/2014/main" id="{0DFD539F-9D6B-4EC4-2856-8E181FDD367A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Q3</a:t>
                </a:r>
                <a:endParaRPr lang="en-US" sz="1200" dirty="0"/>
              </a:p>
            </p:txBody>
          </p:sp>
        </p:grpSp>
        <p:sp>
          <p:nvSpPr>
            <p:cNvPr id="72" name="Text 4">
              <a:extLst>
                <a:ext uri="{FF2B5EF4-FFF2-40B4-BE49-F238E27FC236}">
                  <a16:creationId xmlns:a16="http://schemas.microsoft.com/office/drawing/2014/main" id="{FB0EFBE9-DB5D-C3BC-0825-DB6C09DA06AD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Potere delle specie</a:t>
              </a:r>
              <a:endParaRPr lang="en-US" dirty="0"/>
            </a:p>
          </p:txBody>
        </p:sp>
        <p:sp>
          <p:nvSpPr>
            <p:cNvPr id="73" name="Text 5">
              <a:extLst>
                <a:ext uri="{FF2B5EF4-FFF2-40B4-BE49-F238E27FC236}">
                  <a16:creationId xmlns:a16="http://schemas.microsoft.com/office/drawing/2014/main" id="{E8BB6F00-0B72-23EE-5743-5E6C8E43321E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 sono le specie con più potere all'interno della food web?</a:t>
              </a:r>
              <a:endParaRPr lang="en-US" sz="1200" dirty="0"/>
            </a:p>
          </p:txBody>
        </p: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F6B1143A-85BD-C61E-CFC8-5BE2D67E1F9D}"/>
              </a:ext>
            </a:extLst>
          </p:cNvPr>
          <p:cNvGrpSpPr/>
          <p:nvPr/>
        </p:nvGrpSpPr>
        <p:grpSpPr>
          <a:xfrm>
            <a:off x="457199" y="3927943"/>
            <a:ext cx="4114800" cy="542090"/>
            <a:chOff x="457199" y="1430460"/>
            <a:chExt cx="4114800" cy="542090"/>
          </a:xfrm>
        </p:grpSpPr>
        <p:grpSp>
          <p:nvGrpSpPr>
            <p:cNvPr id="77" name="Gruppo 76">
              <a:extLst>
                <a:ext uri="{FF2B5EF4-FFF2-40B4-BE49-F238E27FC236}">
                  <a16:creationId xmlns:a16="http://schemas.microsoft.com/office/drawing/2014/main" id="{D88FC67C-9222-FBAF-9659-34FEFDCB073A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80" name="Shape 2">
                <a:extLst>
                  <a:ext uri="{FF2B5EF4-FFF2-40B4-BE49-F238E27FC236}">
                    <a16:creationId xmlns:a16="http://schemas.microsoft.com/office/drawing/2014/main" id="{5D9FCE78-E510-2187-53F4-A58A8D019C86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81" name="Text 3">
                <a:extLst>
                  <a:ext uri="{FF2B5EF4-FFF2-40B4-BE49-F238E27FC236}">
                    <a16:creationId xmlns:a16="http://schemas.microsoft.com/office/drawing/2014/main" id="{4B5A10D4-656C-EEE1-7B55-537119A54B18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Q4</a:t>
                </a:r>
                <a:endParaRPr lang="en-US" sz="1200" dirty="0"/>
              </a:p>
            </p:txBody>
          </p:sp>
        </p:grpSp>
        <p:sp>
          <p:nvSpPr>
            <p:cNvPr id="78" name="Text 4">
              <a:extLst>
                <a:ext uri="{FF2B5EF4-FFF2-40B4-BE49-F238E27FC236}">
                  <a16:creationId xmlns:a16="http://schemas.microsoft.com/office/drawing/2014/main" id="{FD7B9E72-65B0-3E40-ECD3-C240D2CC2AEB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Specie </a:t>
              </a:r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centrali</a:t>
              </a:r>
              <a:endParaRPr lang="en-US" dirty="0"/>
            </a:p>
          </p:txBody>
        </p:sp>
        <p:sp>
          <p:nvSpPr>
            <p:cNvPr id="79" name="Text 5">
              <a:extLst>
                <a:ext uri="{FF2B5EF4-FFF2-40B4-BE49-F238E27FC236}">
                  <a16:creationId xmlns:a16="http://schemas.microsoft.com/office/drawing/2014/main" id="{E05CA027-B315-C30A-0243-B953154F79C7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 sono le specie centrali?</a:t>
              </a:r>
              <a:endParaRPr lang="en-US" sz="1200" dirty="0"/>
            </a:p>
          </p:txBody>
        </p:sp>
      </p:grpSp>
      <p:grpSp>
        <p:nvGrpSpPr>
          <p:cNvPr id="106" name="Gruppo 105">
            <a:extLst>
              <a:ext uri="{FF2B5EF4-FFF2-40B4-BE49-F238E27FC236}">
                <a16:creationId xmlns:a16="http://schemas.microsoft.com/office/drawing/2014/main" id="{601198B6-EB5C-3436-5863-A36B956A293B}"/>
              </a:ext>
            </a:extLst>
          </p:cNvPr>
          <p:cNvGrpSpPr/>
          <p:nvPr/>
        </p:nvGrpSpPr>
        <p:grpSpPr>
          <a:xfrm>
            <a:off x="4568111" y="1430460"/>
            <a:ext cx="4114800" cy="542090"/>
            <a:chOff x="457199" y="1430460"/>
            <a:chExt cx="4114800" cy="542090"/>
          </a:xfrm>
        </p:grpSpPr>
        <p:grpSp>
          <p:nvGrpSpPr>
            <p:cNvPr id="107" name="Gruppo 106">
              <a:extLst>
                <a:ext uri="{FF2B5EF4-FFF2-40B4-BE49-F238E27FC236}">
                  <a16:creationId xmlns:a16="http://schemas.microsoft.com/office/drawing/2014/main" id="{FFBCF9E6-77BC-0C56-A34A-D70336B121D6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110" name="Shape 2">
                <a:extLst>
                  <a:ext uri="{FF2B5EF4-FFF2-40B4-BE49-F238E27FC236}">
                    <a16:creationId xmlns:a16="http://schemas.microsoft.com/office/drawing/2014/main" id="{CDE78158-1B18-ADE0-AA3C-23A1F8C792E1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1" name="Text 3">
                <a:extLst>
                  <a:ext uri="{FF2B5EF4-FFF2-40B4-BE49-F238E27FC236}">
                    <a16:creationId xmlns:a16="http://schemas.microsoft.com/office/drawing/2014/main" id="{E94FD6B9-9000-4C71-7AEE-7665CDE46857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Q5</a:t>
                </a:r>
                <a:endParaRPr lang="en-US" sz="1200" dirty="0"/>
              </a:p>
            </p:txBody>
          </p:sp>
        </p:grpSp>
        <p:sp>
          <p:nvSpPr>
            <p:cNvPr id="108" name="Text 4">
              <a:extLst>
                <a:ext uri="{FF2B5EF4-FFF2-40B4-BE49-F238E27FC236}">
                  <a16:creationId xmlns:a16="http://schemas.microsoft.com/office/drawing/2014/main" id="{1E2672AA-1831-573F-6B35-E22181DD4FEB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Analisi</a:t>
              </a:r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dei</a:t>
              </a:r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gradi</a:t>
              </a:r>
              <a:endParaRPr lang="en-US" dirty="0"/>
            </a:p>
          </p:txBody>
        </p:sp>
        <p:sp>
          <p:nvSpPr>
            <p:cNvPr id="109" name="Text 5">
              <a:extLst>
                <a:ext uri="{FF2B5EF4-FFF2-40B4-BE49-F238E27FC236}">
                  <a16:creationId xmlns:a16="http://schemas.microsoft.com/office/drawing/2014/main" id="{56E0A4E0-B89C-6FA2-007C-2E9388C310A2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 sono i super predatori e le super prede? Cosa emerge analizzando i gradi della rete?</a:t>
              </a:r>
              <a:endParaRPr lang="en-US" sz="1200" dirty="0"/>
            </a:p>
          </p:txBody>
        </p:sp>
      </p:grp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950FDE30-5F80-D7A1-D739-EB8442C0A532}"/>
              </a:ext>
            </a:extLst>
          </p:cNvPr>
          <p:cNvGrpSpPr/>
          <p:nvPr/>
        </p:nvGrpSpPr>
        <p:grpSpPr>
          <a:xfrm>
            <a:off x="4568111" y="2262954"/>
            <a:ext cx="4114800" cy="542090"/>
            <a:chOff x="457199" y="1430460"/>
            <a:chExt cx="4114800" cy="542090"/>
          </a:xfrm>
        </p:grpSpPr>
        <p:grpSp>
          <p:nvGrpSpPr>
            <p:cNvPr id="113" name="Gruppo 112">
              <a:extLst>
                <a:ext uri="{FF2B5EF4-FFF2-40B4-BE49-F238E27FC236}">
                  <a16:creationId xmlns:a16="http://schemas.microsoft.com/office/drawing/2014/main" id="{C860359A-1CB9-C074-FD75-618C43CE6E92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116" name="Shape 2">
                <a:extLst>
                  <a:ext uri="{FF2B5EF4-FFF2-40B4-BE49-F238E27FC236}">
                    <a16:creationId xmlns:a16="http://schemas.microsoft.com/office/drawing/2014/main" id="{650B66C6-4F3A-F266-9983-58BB95401406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7" name="Text 3">
                <a:extLst>
                  <a:ext uri="{FF2B5EF4-FFF2-40B4-BE49-F238E27FC236}">
                    <a16:creationId xmlns:a16="http://schemas.microsoft.com/office/drawing/2014/main" id="{F92C49A8-9855-9AC0-B0B6-415ED99FCFFA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Q6</a:t>
                </a:r>
                <a:endParaRPr lang="en-US" sz="1200" dirty="0"/>
              </a:p>
            </p:txBody>
          </p:sp>
        </p:grpSp>
        <p:sp>
          <p:nvSpPr>
            <p:cNvPr id="114" name="Text 4">
              <a:extLst>
                <a:ext uri="{FF2B5EF4-FFF2-40B4-BE49-F238E27FC236}">
                  <a16:creationId xmlns:a16="http://schemas.microsoft.com/office/drawing/2014/main" id="{53DB58C9-04B2-8557-D9C5-0204AF3A02C9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Connettività</a:t>
              </a:r>
              <a:endParaRPr lang="en-US" dirty="0"/>
            </a:p>
          </p:txBody>
        </p:sp>
        <p:sp>
          <p:nvSpPr>
            <p:cNvPr id="115" name="Text 5">
              <a:extLst>
                <a:ext uri="{FF2B5EF4-FFF2-40B4-BE49-F238E27FC236}">
                  <a16:creationId xmlns:a16="http://schemas.microsoft.com/office/drawing/2014/main" id="{2E5B4AB4-DA2F-41D1-F961-96A3AB859C47}"/>
                </a:ext>
              </a:extLst>
            </p:cNvPr>
            <p:cNvSpPr/>
            <p:nvPr/>
          </p:nvSpPr>
          <p:spPr>
            <a:xfrm>
              <a:off x="1002250" y="1637835"/>
              <a:ext cx="3569749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Studiando la connettività della rete, questa risulta resiliente? </a:t>
              </a:r>
              <a:endParaRPr lang="en-US" sz="1200" dirty="0"/>
            </a:p>
          </p:txBody>
        </p:sp>
      </p:grpSp>
      <p:grpSp>
        <p:nvGrpSpPr>
          <p:cNvPr id="118" name="Gruppo 117">
            <a:extLst>
              <a:ext uri="{FF2B5EF4-FFF2-40B4-BE49-F238E27FC236}">
                <a16:creationId xmlns:a16="http://schemas.microsoft.com/office/drawing/2014/main" id="{13000409-C69C-2A6F-DD74-9AD638283197}"/>
              </a:ext>
            </a:extLst>
          </p:cNvPr>
          <p:cNvGrpSpPr/>
          <p:nvPr/>
        </p:nvGrpSpPr>
        <p:grpSpPr>
          <a:xfrm>
            <a:off x="4568111" y="3095448"/>
            <a:ext cx="4399074" cy="542090"/>
            <a:chOff x="457199" y="1430460"/>
            <a:chExt cx="4399074" cy="542090"/>
          </a:xfrm>
        </p:grpSpPr>
        <p:grpSp>
          <p:nvGrpSpPr>
            <p:cNvPr id="119" name="Gruppo 118">
              <a:extLst>
                <a:ext uri="{FF2B5EF4-FFF2-40B4-BE49-F238E27FC236}">
                  <a16:creationId xmlns:a16="http://schemas.microsoft.com/office/drawing/2014/main" id="{CC633632-8464-0FE2-4A7C-A299B05F97A7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122" name="Shape 2">
                <a:extLst>
                  <a:ext uri="{FF2B5EF4-FFF2-40B4-BE49-F238E27FC236}">
                    <a16:creationId xmlns:a16="http://schemas.microsoft.com/office/drawing/2014/main" id="{AEF25431-5974-E59B-0BDA-66519CF0E6A5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3" name="Text 3">
                <a:extLst>
                  <a:ext uri="{FF2B5EF4-FFF2-40B4-BE49-F238E27FC236}">
                    <a16:creationId xmlns:a16="http://schemas.microsoft.com/office/drawing/2014/main" id="{33453635-9F5D-4D90-F471-A97E6C84409A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Q7</a:t>
                </a:r>
                <a:endParaRPr lang="en-US" sz="1200" dirty="0"/>
              </a:p>
            </p:txBody>
          </p:sp>
        </p:grpSp>
        <p:sp>
          <p:nvSpPr>
            <p:cNvPr id="120" name="Text 4">
              <a:extLst>
                <a:ext uri="{FF2B5EF4-FFF2-40B4-BE49-F238E27FC236}">
                  <a16:creationId xmlns:a16="http://schemas.microsoft.com/office/drawing/2014/main" id="{CF8770BC-5A03-B962-D360-92F094274F58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 err="1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Comunità</a:t>
              </a:r>
              <a:endParaRPr lang="en-US" dirty="0"/>
            </a:p>
          </p:txBody>
        </p:sp>
        <p:sp>
          <p:nvSpPr>
            <p:cNvPr id="121" name="Text 5">
              <a:extLst>
                <a:ext uri="{FF2B5EF4-FFF2-40B4-BE49-F238E27FC236}">
                  <a16:creationId xmlns:a16="http://schemas.microsoft.com/office/drawing/2014/main" id="{F738E152-EE51-6B6B-FB3F-200782660AB3}"/>
                </a:ext>
              </a:extLst>
            </p:cNvPr>
            <p:cNvSpPr/>
            <p:nvPr/>
          </p:nvSpPr>
          <p:spPr>
            <a:xfrm>
              <a:off x="1002250" y="1637835"/>
              <a:ext cx="3854023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Analizzando le comunità della rete, quali sotto food web emergono? C'è varietà trofica all'interno delle comunità?</a:t>
              </a:r>
              <a:endParaRPr lang="en-US" sz="1200" dirty="0"/>
            </a:p>
          </p:txBody>
        </p:sp>
      </p:grpSp>
      <p:grpSp>
        <p:nvGrpSpPr>
          <p:cNvPr id="124" name="Gruppo 123">
            <a:extLst>
              <a:ext uri="{FF2B5EF4-FFF2-40B4-BE49-F238E27FC236}">
                <a16:creationId xmlns:a16="http://schemas.microsoft.com/office/drawing/2014/main" id="{545F3227-CCDF-D3D1-29B3-B5834C179021}"/>
              </a:ext>
            </a:extLst>
          </p:cNvPr>
          <p:cNvGrpSpPr/>
          <p:nvPr/>
        </p:nvGrpSpPr>
        <p:grpSpPr>
          <a:xfrm>
            <a:off x="4568111" y="3927943"/>
            <a:ext cx="4399074" cy="542090"/>
            <a:chOff x="457199" y="1430460"/>
            <a:chExt cx="4399074" cy="542090"/>
          </a:xfrm>
        </p:grpSpPr>
        <p:grpSp>
          <p:nvGrpSpPr>
            <p:cNvPr id="125" name="Gruppo 124">
              <a:extLst>
                <a:ext uri="{FF2B5EF4-FFF2-40B4-BE49-F238E27FC236}">
                  <a16:creationId xmlns:a16="http://schemas.microsoft.com/office/drawing/2014/main" id="{35AE6F21-8EFC-F6B0-4A4C-E51B351D3A66}"/>
                </a:ext>
              </a:extLst>
            </p:cNvPr>
            <p:cNvGrpSpPr/>
            <p:nvPr/>
          </p:nvGrpSpPr>
          <p:grpSpPr>
            <a:xfrm>
              <a:off x="457199" y="1430460"/>
              <a:ext cx="444154" cy="444154"/>
              <a:chOff x="640080" y="1371600"/>
              <a:chExt cx="457200" cy="457200"/>
            </a:xfrm>
          </p:grpSpPr>
          <p:sp>
            <p:nvSpPr>
              <p:cNvPr id="128" name="Shape 2">
                <a:extLst>
                  <a:ext uri="{FF2B5EF4-FFF2-40B4-BE49-F238E27FC236}">
                    <a16:creationId xmlns:a16="http://schemas.microsoft.com/office/drawing/2014/main" id="{C27537B1-D2BF-D27B-112E-E8C84E39A52B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ellipse">
                <a:avLst/>
              </a:prstGeom>
              <a:solidFill>
                <a:srgbClr val="1C7293"/>
              </a:solidFill>
              <a:ln/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9" name="Text 3">
                <a:extLst>
                  <a:ext uri="{FF2B5EF4-FFF2-40B4-BE49-F238E27FC236}">
                    <a16:creationId xmlns:a16="http://schemas.microsoft.com/office/drawing/2014/main" id="{F247E951-3950-6FF5-7D28-530FC15FD889}"/>
                  </a:ext>
                </a:extLst>
              </p:cNvPr>
              <p:cNvSpPr/>
              <p:nvPr/>
            </p:nvSpPr>
            <p:spPr>
              <a:xfrm>
                <a:off x="640080" y="137160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Q8</a:t>
                </a:r>
                <a:endParaRPr lang="en-US" sz="1200" dirty="0"/>
              </a:p>
            </p:txBody>
          </p:sp>
        </p:grpSp>
        <p:sp>
          <p:nvSpPr>
            <p:cNvPr id="126" name="Text 4">
              <a:extLst>
                <a:ext uri="{FF2B5EF4-FFF2-40B4-BE49-F238E27FC236}">
                  <a16:creationId xmlns:a16="http://schemas.microsoft.com/office/drawing/2014/main" id="{BB908624-1B36-19CC-B1EB-B933A95548E0}"/>
                </a:ext>
              </a:extLst>
            </p:cNvPr>
            <p:cNvSpPr/>
            <p:nvPr/>
          </p:nvSpPr>
          <p:spPr>
            <a:xfrm>
              <a:off x="999316" y="1438206"/>
              <a:ext cx="3034453" cy="22081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Small-world effect</a:t>
              </a:r>
              <a:endParaRPr lang="en-US" dirty="0"/>
            </a:p>
          </p:txBody>
        </p:sp>
        <p:sp>
          <p:nvSpPr>
            <p:cNvPr id="127" name="Text 5">
              <a:extLst>
                <a:ext uri="{FF2B5EF4-FFF2-40B4-BE49-F238E27FC236}">
                  <a16:creationId xmlns:a16="http://schemas.microsoft.com/office/drawing/2014/main" id="{570DA346-F26D-95A3-3614-178164F5E96E}"/>
                </a:ext>
              </a:extLst>
            </p:cNvPr>
            <p:cNvSpPr/>
            <p:nvPr/>
          </p:nvSpPr>
          <p:spPr>
            <a:xfrm>
              <a:off x="1002250" y="1637835"/>
              <a:ext cx="3854023" cy="33471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 è la lunghezza massima dei cammini minimi? Si presenta lo small-world </a:t>
              </a:r>
              <a:r>
                <a:rPr lang="it-IT" sz="1200" dirty="0" err="1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effect</a:t>
              </a:r>
              <a:r>
                <a:rPr lang="it-IT" sz="1200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all'interno della rete?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7691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1458D-411D-795B-3009-3C747DB8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564B89-0F63-FF92-32CA-3A5D53DB4CD3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della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biomassa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6A0F77-3DAD-6C23-19B4-9132F8C39326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98B0FA3-82D1-A3FC-F2F7-3649BF09DD64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761D55-DFA7-ACCC-2780-7C1F39FC1D7B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16" name="Immagine 15" descr="Immagine che contiene testo, schermat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8343FF9F-A5C8-E97D-1A4D-3D4FE1F3B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911" y="2560320"/>
            <a:ext cx="3610989" cy="2407326"/>
          </a:xfrm>
          <a:prstGeom prst="rect">
            <a:avLst/>
          </a:prstGeom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A35C1ACF-A001-1041-32E5-19A70C673EE8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distribuisce la biomassa tra i livelli trofici?</a:t>
            </a:r>
            <a:endParaRPr lang="en-US" dirty="0"/>
          </a:p>
        </p:txBody>
      </p:sp>
      <p:pic>
        <p:nvPicPr>
          <p:cNvPr id="8" name="Immagine 7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49EC5945-8C9F-C0C2-C40D-37118658F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2560320"/>
            <a:ext cx="3610989" cy="240732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5013DA-253A-AAE5-7F1B-12052E7055CD}"/>
              </a:ext>
            </a:extLst>
          </p:cNvPr>
          <p:cNvSpPr txBox="1"/>
          <p:nvPr/>
        </p:nvSpPr>
        <p:spPr>
          <a:xfrm>
            <a:off x="457200" y="1193961"/>
            <a:ext cx="713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La </a:t>
            </a:r>
            <a:r>
              <a:rPr lang="it-IT" sz="1600" b="1" dirty="0"/>
              <a:t>maggior parte della biomassa "viva" è contenuta nel primo livello</a:t>
            </a:r>
            <a:r>
              <a:rPr lang="it-IT" sz="1600" dirty="0"/>
              <a:t>, mentre tutti gli altri livelli ne contengono poco più del 2%.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La percentuale di biomassa cala all’aumentare del livello trofico</a:t>
            </a:r>
            <a:r>
              <a:rPr lang="it-IT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46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F529-A41C-6D15-1BC2-72AFEA60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2A6929A-832B-CA46-A433-1A3A7E38DD57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1C186A7-9F95-E100-86EB-3A737AE32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780402"/>
              </p:ext>
            </p:extLst>
          </p:nvPr>
        </p:nvGraphicFramePr>
        <p:xfrm>
          <a:off x="1461610" y="3025584"/>
          <a:ext cx="2080580" cy="1402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040290">
                  <a:extLst>
                    <a:ext uri="{9D8B030D-6E8A-4147-A177-3AD203B41FA5}">
                      <a16:colId xmlns:a16="http://schemas.microsoft.com/office/drawing/2014/main" val="3775489977"/>
                    </a:ext>
                  </a:extLst>
                </a:gridCol>
                <a:gridCol w="1040290">
                  <a:extLst>
                    <a:ext uri="{9D8B030D-6E8A-4147-A177-3AD203B41FA5}">
                      <a16:colId xmlns:a16="http://schemas.microsoft.com/office/drawing/2014/main" val="2670204514"/>
                    </a:ext>
                  </a:extLst>
                </a:gridCol>
              </a:tblGrid>
              <a:tr h="152190"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Livello trofico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Efficienza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4128684"/>
                  </a:ext>
                </a:extLst>
              </a:tr>
              <a:tr h="152190"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12.18%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312275"/>
                  </a:ext>
                </a:extLst>
              </a:tr>
              <a:tr h="152190"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5.19%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800966"/>
                  </a:ext>
                </a:extLst>
              </a:tr>
              <a:tr h="152190"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3.14%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11725"/>
                  </a:ext>
                </a:extLst>
              </a:tr>
              <a:tr h="152190"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5.77%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256361"/>
                  </a:ext>
                </a:extLst>
              </a:tr>
              <a:tr h="172482">
                <a:tc>
                  <a:txBody>
                    <a:bodyPr/>
                    <a:lstStyle/>
                    <a:p>
                      <a:pPr algn="ctr"/>
                      <a:r>
                        <a:rPr lang="it-IT" sz="1050" b="1" dirty="0">
                          <a:solidFill>
                            <a:schemeClr val="bg1"/>
                          </a:solidFill>
                        </a:rPr>
                        <a:t>MEDIA</a:t>
                      </a:r>
                      <a:endParaRPr lang="it-IT" sz="9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>
                          <a:solidFill>
                            <a:schemeClr val="bg1"/>
                          </a:solidFill>
                        </a:rPr>
                        <a:t>6.57%</a:t>
                      </a:r>
                    </a:p>
                  </a:txBody>
                  <a:tcPr anchor="ctr"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819367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362474E8-1EC3-9F4C-1E3B-7596E19E1D5F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efficiency</a:t>
            </a:r>
            <a:endParaRPr lang="en-US" sz="3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191BA60-48B5-B10C-252E-6ADAB7C6092A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l'efficienza di trasferimento energetico tra i livelli trofici?</a:t>
            </a:r>
            <a:endParaRPr lang="en-US" dirty="0"/>
          </a:p>
        </p:txBody>
      </p:sp>
      <p:pic>
        <p:nvPicPr>
          <p:cNvPr id="14" name="Immagine 13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E0AF8074-B567-8686-84D0-B82A30E26E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5" r="9934"/>
          <a:stretch>
            <a:fillRect/>
          </a:stretch>
        </p:blipFill>
        <p:spPr>
          <a:xfrm>
            <a:off x="4856306" y="1326861"/>
            <a:ext cx="3830494" cy="322022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62EA6B4-4549-5488-E485-01DAFB502FC1}"/>
              </a:ext>
            </a:extLst>
          </p:cNvPr>
          <p:cNvSpPr txBox="1"/>
          <p:nvPr/>
        </p:nvSpPr>
        <p:spPr>
          <a:xfrm>
            <a:off x="457200" y="1332730"/>
            <a:ext cx="411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Ecological</a:t>
            </a:r>
            <a:r>
              <a:rPr lang="it-IT" sz="1400" b="1" dirty="0"/>
              <a:t> </a:t>
            </a:r>
            <a:r>
              <a:rPr lang="it-IT" sz="1400" b="1" dirty="0" err="1"/>
              <a:t>efficiency</a:t>
            </a:r>
            <a:r>
              <a:rPr lang="it-IT" sz="1400" b="1" dirty="0"/>
              <a:t>:</a:t>
            </a:r>
            <a:r>
              <a:rPr lang="it-IT" sz="1400" dirty="0"/>
              <a:t> efficienza con cui l’energia è trasferita da un livello trofico a quello successivo.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Solo il 10% dell’energia trasferita da un livello trofico viene effettivamente immagazzinata come biomassa nel livello trofico successivo.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236233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8AFB-26BC-9677-2437-FF5783A5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98415B0-131F-1024-61B3-BDEF271D4D74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2F8E651-697F-F329-86C8-8CD8A21E4D67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ACF009-9D7B-DA57-E36C-D43C8D5364AF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3803CD9-EC85-7941-779B-68D819C7408C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Potere delle specie</a:t>
            </a:r>
            <a:endParaRPr lang="en-US" sz="3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1CFE16F-3086-8BE6-A1C7-90F40512B3AE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le specie con più potere all'interno della food web?</a:t>
            </a:r>
            <a:endParaRPr lang="en-US" dirty="0"/>
          </a:p>
        </p:txBody>
      </p:sp>
      <p:pic>
        <p:nvPicPr>
          <p:cNvPr id="13" name="Immagine 1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8900B89-12AA-819B-55E3-3957E1447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892" y="1272280"/>
            <a:ext cx="5430851" cy="362056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4AC00FE-9AC6-31E1-FBA7-CE6B0D5A6926}"/>
              </a:ext>
            </a:extLst>
          </p:cNvPr>
          <p:cNvSpPr txBox="1"/>
          <p:nvPr/>
        </p:nvSpPr>
        <p:spPr>
          <a:xfrm>
            <a:off x="457200" y="1760995"/>
            <a:ext cx="31526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Interpretazione:</a:t>
            </a:r>
            <a:r>
              <a:rPr lang="it-IT" sz="1400" dirty="0"/>
              <a:t> una specie è potente se acquisisce molta energia da specie che ne acquisiscono poca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La maggior parte del potere è concentrato nei detriti.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Anche il livello trofico 2 sembra acquisire molta energia da specie con basso potere.</a:t>
            </a:r>
          </a:p>
        </p:txBody>
      </p:sp>
    </p:spTree>
    <p:extLst>
      <p:ext uri="{BB962C8B-B14F-4D97-AF65-F5344CB8AC3E}">
        <p14:creationId xmlns:p14="http://schemas.microsoft.com/office/powerpoint/2010/main" val="2168181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B9B0-0C06-00BF-627E-955C5358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021403D-642A-9743-67D0-7BD10462C553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0A83C0-D109-C8B2-B2EC-B2FE41775E96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AF3360-C0F2-9C85-E179-46ED623B109D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5A4355C-655D-1EFD-7AB5-E59348ED0915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Betweeness</a:t>
            </a:r>
            <a:endParaRPr lang="en-US" sz="3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1B43488-B1A1-971B-3F26-9967937EEB26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le specie centrali?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A54F159-0FCB-DFA2-1B0D-6E8017CF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1831" y="1279421"/>
            <a:ext cx="5462656" cy="364177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123581A-824C-98E7-2B0D-1EB24AF49836}"/>
              </a:ext>
            </a:extLst>
          </p:cNvPr>
          <p:cNvSpPr txBox="1"/>
          <p:nvPr/>
        </p:nvSpPr>
        <p:spPr>
          <a:xfrm>
            <a:off x="457200" y="2251718"/>
            <a:ext cx="31446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Betweeness</a:t>
            </a:r>
            <a:r>
              <a:rPr lang="it-IT" sz="1400" dirty="0"/>
              <a:t> particolarmente bassa nei livelli estremi (1 e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Concentrata principalmente nei livelli intermedi, che fungono da intermediari tra i livelli finali</a:t>
            </a:r>
          </a:p>
        </p:txBody>
      </p:sp>
    </p:spTree>
    <p:extLst>
      <p:ext uri="{BB962C8B-B14F-4D97-AF65-F5344CB8AC3E}">
        <p14:creationId xmlns:p14="http://schemas.microsoft.com/office/powerpoint/2010/main" val="366343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6532-630D-7EC2-2063-3A1AF253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D8DE561-FDAF-193C-FB40-BA28733006A9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8B49ABA-E260-36F5-8646-6F21EADA77D2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D3088C5-43CC-D537-7B3C-76429F0E1961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Harmonic</a:t>
            </a:r>
            <a:endParaRPr lang="en-US" sz="3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F9DBEA4-7661-1217-E443-FA37BA5545A7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le specie centrali?</a:t>
            </a:r>
            <a:endParaRPr lang="en-US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F977FB6-2349-45E9-BFFD-A9473054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1831" y="1145060"/>
            <a:ext cx="5478668" cy="3652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ED49608-9400-2DE7-59F0-2050A477E1F4}"/>
                  </a:ext>
                </a:extLst>
              </p:cNvPr>
              <p:cNvSpPr txBox="1"/>
              <p:nvPr/>
            </p:nvSpPr>
            <p:spPr>
              <a:xfrm>
                <a:off x="457200" y="2251718"/>
                <a:ext cx="3144631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b="1" dirty="0" err="1"/>
                  <a:t>Harmonic</a:t>
                </a:r>
                <a:r>
                  <a:rPr lang="it-IT" sz="1400" b="1" dirty="0"/>
                  <a:t> </a:t>
                </a:r>
                <a:r>
                  <a:rPr lang="it-IT" sz="1400" b="1" dirty="0" err="1"/>
                  <a:t>centrality</a:t>
                </a:r>
                <a:r>
                  <a:rPr lang="it-IT" sz="1400" b="1" dirty="0"/>
                  <a:t> </a:t>
                </a:r>
                <a:r>
                  <a:rPr lang="it-IT" sz="1400" dirty="0"/>
                  <a:t>definita come </a:t>
                </a:r>
                <a:r>
                  <a:rPr lang="it-IT" sz="1400" dirty="0" err="1"/>
                  <a:t>closeness</a:t>
                </a:r>
                <a:r>
                  <a:rPr lang="it-IT" sz="1400" dirty="0"/>
                  <a:t> ma con </a:t>
                </a:r>
                <a14:m>
                  <m:oMath xmlns:m="http://schemas.openxmlformats.org/officeDocument/2006/math"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it-IT" sz="1400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it-IT" sz="1400" b="1" dirty="0"/>
                  <a:t> </a:t>
                </a:r>
                <a:r>
                  <a:rPr lang="it-IT" sz="1400" dirty="0"/>
                  <a:t>se non esiste un cammino tra 𝑢 e 𝑣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Decresce con il livello trofico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ED49608-9400-2DE7-59F0-2050A477E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51718"/>
                <a:ext cx="3144631" cy="1169551"/>
              </a:xfrm>
              <a:prstGeom prst="rect">
                <a:avLst/>
              </a:prstGeom>
              <a:blipFill>
                <a:blip r:embed="rId4"/>
                <a:stretch>
                  <a:fillRect l="-194" t="-521" b="-46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386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1D8A-9AC8-B9E7-7393-47002E9F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69C52EB-58F7-E7FF-E5A1-B1C621DAC8C9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98B9E5-80CC-30F3-5FE5-3156FC812994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061147-1307-44A1-5D57-366A3B3016EB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8917AA1-E186-CB4A-598C-03692DAFB02E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Page rank</a:t>
            </a:r>
            <a:endParaRPr lang="en-US" sz="3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E5CFC4C-AF4E-B830-7A0B-C44271F017D8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le specie centrali?</a:t>
            </a:r>
            <a:endParaRPr lang="en-US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D84E466-7306-9362-1C8C-C5379B06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01831" y="1145060"/>
            <a:ext cx="5478668" cy="365244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D9A7CAB-DC06-1A63-E490-12F2E6B0C008}"/>
              </a:ext>
            </a:extLst>
          </p:cNvPr>
          <p:cNvSpPr txBox="1"/>
          <p:nvPr/>
        </p:nvSpPr>
        <p:spPr>
          <a:xfrm>
            <a:off x="457200" y="2251718"/>
            <a:ext cx="31446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Page </a:t>
            </a:r>
            <a:r>
              <a:rPr lang="it-IT" sz="1400" b="1" dirty="0" err="1"/>
              <a:t>rank</a:t>
            </a:r>
            <a:r>
              <a:rPr lang="it-IT" sz="1400" b="1" dirty="0"/>
              <a:t> </a:t>
            </a:r>
            <a:r>
              <a:rPr lang="it-IT" sz="1400" dirty="0"/>
              <a:t>alto per specie di livello basso in quanto queste vengono mangiate da molti ma mangiano poche specie.</a:t>
            </a:r>
            <a:endParaRPr lang="it-IT" sz="1400" b="1" dirty="0"/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Decresce con il livello trofico</a:t>
            </a:r>
          </a:p>
        </p:txBody>
      </p:sp>
    </p:spTree>
    <p:extLst>
      <p:ext uri="{BB962C8B-B14F-4D97-AF65-F5344CB8AC3E}">
        <p14:creationId xmlns:p14="http://schemas.microsoft.com/office/powerpoint/2010/main" val="3626752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512B-755C-E996-93AF-D35157D1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CB84E62-4868-61FA-DEC0-A75F1C890AFB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7A149153-5AC4-71F5-9B75-AD25AAA2246E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1/2</a:t>
            </a:r>
            <a:endParaRPr lang="en-US" sz="3600" dirty="0">
              <a:solidFill>
                <a:srgbClr val="065A82"/>
              </a:solidFill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8F2FEB4D-736E-57E0-018C-3E00D8C6437B}"/>
              </a:ext>
            </a:extLst>
          </p:cNvPr>
          <p:cNvSpPr/>
          <p:nvPr/>
        </p:nvSpPr>
        <p:spPr>
          <a:xfrm>
            <a:off x="457200" y="486778"/>
            <a:ext cx="8598090" cy="553998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>
            <a:noAutofit/>
          </a:bodyPr>
          <a:lstStyle/>
          <a:p>
            <a:r>
              <a:rPr lang="it-IT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i super predatori e le super prede? Cosa emerge analizzando i gradi della rete?</a:t>
            </a:r>
            <a:endParaRPr lang="en-US" sz="1600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21FA6ED-C7F5-E726-9DE9-CFC23F1B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1225"/>
              </p:ext>
            </p:extLst>
          </p:nvPr>
        </p:nvGraphicFramePr>
        <p:xfrm>
          <a:off x="4819648" y="1400729"/>
          <a:ext cx="3887792" cy="15163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12757">
                  <a:extLst>
                    <a:ext uri="{9D8B030D-6E8A-4147-A177-3AD203B41FA5}">
                      <a16:colId xmlns:a16="http://schemas.microsoft.com/office/drawing/2014/main" val="2481179199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3749470944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3131916201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3786200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it-IT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 dirty="0"/>
                        <a:t># Prede </a:t>
                      </a:r>
                      <a:r>
                        <a:rPr lang="it-IT" sz="600" dirty="0"/>
                        <a:t>(in-</a:t>
                      </a:r>
                      <a:r>
                        <a:rPr lang="it-IT" sz="600" dirty="0" err="1"/>
                        <a:t>deg</a:t>
                      </a:r>
                      <a:r>
                        <a:rPr lang="it-IT" sz="600" dirty="0"/>
                        <a:t>)</a:t>
                      </a:r>
                      <a:endParaRPr lang="it-I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 dirty="0"/>
                        <a:t># Predatori </a:t>
                      </a:r>
                      <a:r>
                        <a:rPr lang="it-IT" sz="600" dirty="0"/>
                        <a:t>(out-</a:t>
                      </a:r>
                      <a:r>
                        <a:rPr lang="it-IT" sz="600" dirty="0" err="1"/>
                        <a:t>deg</a:t>
                      </a:r>
                      <a:r>
                        <a:rPr lang="it-IT" sz="600" dirty="0"/>
                        <a:t>)</a:t>
                      </a:r>
                      <a:endParaRPr lang="it-I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 dirty="0"/>
                        <a:t>Livello Trofico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071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Crocodiles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39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4.36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73578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Predatory</a:t>
                      </a:r>
                      <a:r>
                        <a:rPr lang="it-IT" sz="800" dirty="0">
                          <a:effectLst/>
                        </a:rPr>
                        <a:t> </a:t>
                      </a:r>
                      <a:r>
                        <a:rPr lang="it-IT" sz="800" dirty="0" err="1">
                          <a:effectLst/>
                        </a:rPr>
                        <a:t>Ducks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37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4.30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3054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Raptors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37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4.60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61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Greeb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4.29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89825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Dolphin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4.42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708234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Loon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4.31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10573388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6D547D8-FFF8-B296-263C-43338EC5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61076"/>
              </p:ext>
            </p:extLst>
          </p:nvPr>
        </p:nvGraphicFramePr>
        <p:xfrm>
          <a:off x="4819648" y="3165429"/>
          <a:ext cx="3886353" cy="15163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13200">
                  <a:extLst>
                    <a:ext uri="{9D8B030D-6E8A-4147-A177-3AD203B41FA5}">
                      <a16:colId xmlns:a16="http://schemas.microsoft.com/office/drawing/2014/main" val="2481179199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3749470944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3131916201"/>
                    </a:ext>
                  </a:extLst>
                </a:gridCol>
                <a:gridCol w="894518">
                  <a:extLst>
                    <a:ext uri="{9D8B030D-6E8A-4147-A177-3AD203B41FA5}">
                      <a16:colId xmlns:a16="http://schemas.microsoft.com/office/drawing/2014/main" val="3786200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it-IT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800" dirty="0"/>
                        <a:t># Prede </a:t>
                      </a:r>
                      <a:r>
                        <a:rPr lang="it-IT" sz="600" dirty="0"/>
                        <a:t>(in-</a:t>
                      </a:r>
                      <a:r>
                        <a:rPr lang="it-IT" sz="600" dirty="0" err="1"/>
                        <a:t>deg</a:t>
                      </a:r>
                      <a:r>
                        <a:rPr lang="it-IT" sz="600" dirty="0"/>
                        <a:t>)</a:t>
                      </a:r>
                      <a:endParaRPr lang="it-I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800" dirty="0"/>
                        <a:t># Predatori </a:t>
                      </a:r>
                      <a:r>
                        <a:rPr lang="it-IT" sz="600" dirty="0"/>
                        <a:t>(out-</a:t>
                      </a:r>
                      <a:r>
                        <a:rPr lang="it-IT" sz="600" dirty="0" err="1"/>
                        <a:t>deg</a:t>
                      </a:r>
                      <a:r>
                        <a:rPr lang="it-IT" sz="600" dirty="0"/>
                        <a:t>)</a:t>
                      </a:r>
                      <a:endParaRPr lang="it-I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800" dirty="0"/>
                        <a:t>Livello Trofico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071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Herbivorous</a:t>
                      </a:r>
                      <a:r>
                        <a:rPr lang="it-IT" sz="800" dirty="0">
                          <a:effectLst/>
                        </a:rPr>
                        <a:t> </a:t>
                      </a:r>
                      <a:r>
                        <a:rPr lang="it-IT" sz="800" dirty="0" err="1">
                          <a:effectLst/>
                        </a:rPr>
                        <a:t>Shrimp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60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2.00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73578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Predatory</a:t>
                      </a:r>
                      <a:r>
                        <a:rPr lang="it-IT" sz="800" dirty="0">
                          <a:effectLst/>
                        </a:rPr>
                        <a:t> </a:t>
                      </a:r>
                      <a:r>
                        <a:rPr lang="it-IT" sz="800" dirty="0" err="1">
                          <a:effectLst/>
                        </a:rPr>
                        <a:t>Shrimp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13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60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3.31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3054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Pink Shrimp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15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54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2.39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61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Omnivorous Crabs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11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2.34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89825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Bivalves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9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43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2.20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708234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 err="1">
                          <a:effectLst/>
                        </a:rPr>
                        <a:t>Detritivorous</a:t>
                      </a:r>
                      <a:r>
                        <a:rPr lang="it-IT" sz="800" dirty="0">
                          <a:effectLst/>
                        </a:rPr>
                        <a:t> </a:t>
                      </a:r>
                      <a:r>
                        <a:rPr lang="it-IT" sz="800" dirty="0" err="1">
                          <a:effectLst/>
                        </a:rPr>
                        <a:t>Gastropods</a:t>
                      </a:r>
                      <a:endParaRPr lang="it-IT" sz="8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>
                          <a:effectLst/>
                        </a:rPr>
                        <a:t>5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37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it-IT" sz="800" dirty="0">
                          <a:effectLst/>
                        </a:rPr>
                        <a:t>2.02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10573388"/>
                  </a:ext>
                </a:extLst>
              </a:tr>
            </a:tbl>
          </a:graphicData>
        </a:graphic>
      </p:graphicFrame>
      <p:sp>
        <p:nvSpPr>
          <p:cNvPr id="11" name="Rettangolo 10">
            <a:extLst>
              <a:ext uri="{FF2B5EF4-FFF2-40B4-BE49-F238E27FC236}">
                <a16:creationId xmlns:a16="http://schemas.microsoft.com/office/drawing/2014/main" id="{55D36221-28CC-65E8-C2FF-0235D085D357}"/>
              </a:ext>
            </a:extLst>
          </p:cNvPr>
          <p:cNvSpPr/>
          <p:nvPr/>
        </p:nvSpPr>
        <p:spPr>
          <a:xfrm>
            <a:off x="4819648" y="1194901"/>
            <a:ext cx="3887792" cy="219243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SUPER PREDATORI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27CDF39-3556-1811-0F9D-0C36F9025A91}"/>
              </a:ext>
            </a:extLst>
          </p:cNvPr>
          <p:cNvSpPr/>
          <p:nvPr/>
        </p:nvSpPr>
        <p:spPr>
          <a:xfrm>
            <a:off x="4819648" y="2946186"/>
            <a:ext cx="3887792" cy="219243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dirty="0"/>
              <a:t>SUPER PREDE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94417F-62C5-136C-69A5-6915B81F5759}"/>
              </a:ext>
            </a:extLst>
          </p:cNvPr>
          <p:cNvSpPr txBox="1"/>
          <p:nvPr/>
        </p:nvSpPr>
        <p:spPr>
          <a:xfrm>
            <a:off x="436560" y="1609293"/>
            <a:ext cx="386715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Con i </a:t>
            </a:r>
            <a:r>
              <a:rPr lang="it-IT" sz="1600" b="1" dirty="0"/>
              <a:t>gradi entranti e uscenti </a:t>
            </a:r>
            <a:r>
              <a:rPr lang="it-IT" sz="1600" dirty="0"/>
              <a:t>siamo in grado di estrarre quali</a:t>
            </a:r>
            <a:r>
              <a:rPr lang="it-IT" sz="1600" b="1" dirty="0"/>
              <a:t> specie sono in cima alla catena alimentare e</a:t>
            </a:r>
            <a:r>
              <a:rPr lang="it-IT" sz="1600" dirty="0"/>
              <a:t> quali invece sono </a:t>
            </a:r>
            <a:r>
              <a:rPr lang="it-IT" sz="1600" b="1" dirty="0"/>
              <a:t>alla base</a:t>
            </a:r>
            <a:r>
              <a:rPr lang="it-IT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Si nota che tra le prime super prede abbiamo: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shrimp</a:t>
            </a:r>
            <a:endParaRPr lang="it-I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detritivori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22329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E722-D92F-2E22-6E94-D508CA2C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B8CFCFA-3B49-7C90-1A46-1267316D0E8D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9037E7-2AED-016C-F2CA-5AB002CCAF35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77FE4A7-C147-3B42-7162-3D17BCBAF142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AC4C718-19D9-4977-7E10-521D1F0C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4896" y="1393457"/>
            <a:ext cx="4580973" cy="3053981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431F1D47-4F21-B24F-3672-94AC29C0E96C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2/2</a:t>
            </a:r>
            <a:endParaRPr lang="en-US" sz="3600" dirty="0">
              <a:solidFill>
                <a:srgbClr val="065A82"/>
              </a:solidFill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6129EB0F-F20B-FDB4-423E-C6756FC5E2B8}"/>
              </a:ext>
            </a:extLst>
          </p:cNvPr>
          <p:cNvSpPr/>
          <p:nvPr/>
        </p:nvSpPr>
        <p:spPr>
          <a:xfrm>
            <a:off x="457200" y="486778"/>
            <a:ext cx="8598090" cy="553998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>
            <a:noAutofit/>
          </a:bodyPr>
          <a:lstStyle/>
          <a:p>
            <a:r>
              <a:rPr lang="it-IT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sono i super predatori e le super prede? Cosa emerge analizzando i gradi della rete?</a:t>
            </a:r>
            <a:endParaRPr lang="en-US" sz="16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F73324-F09D-E477-EC7E-78B3E011CC03}"/>
              </a:ext>
            </a:extLst>
          </p:cNvPr>
          <p:cNvSpPr txBox="1"/>
          <p:nvPr/>
        </p:nvSpPr>
        <p:spPr>
          <a:xfrm>
            <a:off x="457200" y="1689340"/>
            <a:ext cx="38797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Gradi Entranti </a:t>
            </a:r>
            <a:r>
              <a:rPr lang="it-IT" sz="1400" dirty="0"/>
              <a:t>(disponibilità di prede)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Distribuzione tendenzialmente uniforme con leggera asimmetria (</a:t>
            </a:r>
            <a:r>
              <a:rPr lang="it-IT" sz="1400" dirty="0" err="1"/>
              <a:t>skewness</a:t>
            </a:r>
            <a:r>
              <a:rPr lang="it-IT" sz="1400" dirty="0"/>
              <a:t> = 0.32)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Presenza sia di predatori specialisti che generalisti</a:t>
            </a:r>
          </a:p>
          <a:p>
            <a:endParaRPr lang="it-IT" sz="1400" dirty="0"/>
          </a:p>
          <a:p>
            <a:r>
              <a:rPr lang="it-IT" sz="1400" b="1" dirty="0"/>
              <a:t>Gradi Uscenti </a:t>
            </a:r>
            <a:r>
              <a:rPr lang="it-IT" sz="1400" dirty="0"/>
              <a:t>(pressione predatoria)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Distribuzione a coda lunga (</a:t>
            </a:r>
            <a:r>
              <a:rPr lang="it-IT" sz="1400" dirty="0" err="1"/>
              <a:t>skewness</a:t>
            </a:r>
            <a:r>
              <a:rPr lang="it-IT" sz="1400" dirty="0"/>
              <a:t> = 1.05)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Molte prede consumate da pochi predatori, poche prede consumate da molti predatori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334552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6AA2C-05B0-E245-6BA0-A60FD2FB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3C2E31F-EA11-0582-20B3-97BF0CE1E377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720CD60-89DA-34F9-C756-0DF8F7F499AF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0C4BBE-26D7-D701-899D-9D80FF293BFC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151156A-8307-C1F4-CCAC-55AA2B8EA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462004"/>
            <a:ext cx="4301091" cy="2867394"/>
          </a:xfrm>
          <a:prstGeom prst="rect">
            <a:avLst/>
          </a:prstGeom>
        </p:spPr>
      </p:pic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4F0A5BDA-DFCE-EF4F-7EA1-06CC896E9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1" y="2895701"/>
            <a:ext cx="2819400" cy="187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00D072C-078D-7768-4FF1-A8BD42F0A8AC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Connettività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1/2</a:t>
            </a:r>
            <a:endParaRPr lang="en-US" sz="3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3CC89E1-2ED5-0314-C196-A248BC974FF2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Studiando la connettività della rete, questa risulta resiliente? </a:t>
            </a:r>
            <a:endParaRPr lang="en-US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C84B76-113F-6E6E-56C6-98693BE08328}"/>
              </a:ext>
            </a:extLst>
          </p:cNvPr>
          <p:cNvSpPr txBox="1"/>
          <p:nvPr/>
        </p:nvSpPr>
        <p:spPr>
          <a:xfrm>
            <a:off x="457199" y="1393456"/>
            <a:ext cx="39285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Mantenendo i detriti troviamo una SCC che comprende la maggior parte dei nodi.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I produttori basali (livello trofico 1) sono fuori dalla SCC in quanto sono sorgenti unidirezionali che non ricevono flussi di ritorno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1510991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215A-C2FD-9E60-948F-4A7C0925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107EF2FF-C161-F84C-4F00-C4A79CFB5967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34CB31-2A7B-AFBF-67EB-EF2DA5CCDB0A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8844D298-A412-614C-631E-7D4FFD1C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71950" y="1326360"/>
            <a:ext cx="4926333" cy="328422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049FCBE-8F62-8D9E-765F-62880C03661C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Connettività</a:t>
            </a: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2/2</a:t>
            </a:r>
            <a:endParaRPr lang="en-US" sz="3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829698A-DEAF-66D1-DA30-87D72CD5711D}"/>
              </a:ext>
            </a:extLst>
          </p:cNvPr>
          <p:cNvSpPr/>
          <p:nvPr/>
        </p:nvSpPr>
        <p:spPr>
          <a:xfrm>
            <a:off x="457200" y="596419"/>
            <a:ext cx="7779600" cy="334715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/>
          <a:lstStyle/>
          <a:p>
            <a:r>
              <a:rPr lang="it-IT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Studiando la connettività della rete, questa risulta resiliente? </a:t>
            </a:r>
            <a:endParaRPr lang="en-US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18CE405-DFD8-4067-0E1E-F827806E793E}"/>
              </a:ext>
            </a:extLst>
          </p:cNvPr>
          <p:cNvSpPr txBox="1"/>
          <p:nvPr/>
        </p:nvSpPr>
        <p:spPr>
          <a:xfrm>
            <a:off x="457200" y="2060529"/>
            <a:ext cx="3517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Rimuovendo i detriti la rete diventa sconnessa con piccoli cicli trofici isolati.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 detriti, grazie alle specie detritivore, reintroducono energia nel sistema.</a:t>
            </a:r>
          </a:p>
        </p:txBody>
      </p:sp>
    </p:spTree>
    <p:extLst>
      <p:ext uri="{BB962C8B-B14F-4D97-AF65-F5344CB8AC3E}">
        <p14:creationId xmlns:p14="http://schemas.microsoft.com/office/powerpoint/2010/main" val="240916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7CF78-AC66-E3DB-2EF6-8196394C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2BD11C4-D29F-C502-F5EA-6C36F92F498A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D17B387-02EC-E9ED-4099-96B4C7A7E1BE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015CDEA-D594-EBB7-C7D3-823DE6AAA8B4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8F6615A-52CB-0C07-6403-DC0D896DE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1354087"/>
            <a:ext cx="5029200" cy="3352799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FF21C7C8-9066-45CF-1333-111AFAB797A1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Comunità</a:t>
            </a:r>
            <a:endParaRPr lang="en-US" sz="3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5CC2EC2-6DE8-1506-FF67-6E431D76477E}"/>
              </a:ext>
            </a:extLst>
          </p:cNvPr>
          <p:cNvSpPr/>
          <p:nvPr/>
        </p:nvSpPr>
        <p:spPr>
          <a:xfrm>
            <a:off x="457200" y="486778"/>
            <a:ext cx="8598090" cy="553998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>
            <a:noAutofit/>
          </a:bodyPr>
          <a:lstStyle/>
          <a:p>
            <a:r>
              <a:rPr lang="it-IT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Analizzando le comunità della rete, quali sotto food web emergono? C'è varietà trofica all'interno delle comunità?</a:t>
            </a:r>
            <a:endParaRPr lang="en-US" sz="1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9F80F5C-0414-E2E4-4479-3613CB4D78F8}"/>
              </a:ext>
            </a:extLst>
          </p:cNvPr>
          <p:cNvSpPr txBox="1"/>
          <p:nvPr/>
        </p:nvSpPr>
        <p:spPr>
          <a:xfrm>
            <a:off x="457200" y="1783991"/>
            <a:ext cx="34226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b="1" dirty="0"/>
              <a:t>L’analisi delle comunità</a:t>
            </a:r>
            <a:r>
              <a:rPr lang="it-IT" sz="1200" dirty="0"/>
              <a:t> all’interno della food web rilevano </a:t>
            </a:r>
            <a:r>
              <a:rPr lang="it-IT" sz="1200" b="1" dirty="0"/>
              <a:t>compartimenti</a:t>
            </a:r>
            <a:r>
              <a:rPr lang="it-IT" sz="1200" dirty="0"/>
              <a:t>, sotto gruppi di specie che interagiscono fortemente tra di loro.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Teoricamente un'</a:t>
            </a:r>
            <a:r>
              <a:rPr lang="it-IT" sz="1200" b="1" dirty="0"/>
              <a:t>alterazione di un compartimento</a:t>
            </a:r>
            <a:r>
              <a:rPr lang="it-IT" sz="1200" dirty="0"/>
              <a:t> (es. estinzione di una specie) </a:t>
            </a:r>
            <a:r>
              <a:rPr lang="it-IT" sz="1200" b="1" dirty="0"/>
              <a:t>non influenza </a:t>
            </a:r>
            <a:r>
              <a:rPr lang="it-IT" sz="1200" dirty="0"/>
              <a:t>significativamente </a:t>
            </a:r>
            <a:r>
              <a:rPr lang="it-IT" sz="1200" b="1" dirty="0"/>
              <a:t>gli altri</a:t>
            </a:r>
            <a:r>
              <a:rPr lang="it-IT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/>
              <a:t>In entrambi i metodi esistono delle comunità che al proprio interno non possiedono specie di livello trofico 1</a:t>
            </a:r>
          </a:p>
          <a:p>
            <a:endParaRPr lang="it-I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1243931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4972-633C-7917-F5C8-86A72306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0798571-6472-69A4-3E56-A9C845EBB3EA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B6BE491-EE03-A0B9-CF00-123821DE1E55}"/>
              </a:ext>
            </a:extLst>
          </p:cNvPr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97.96%</a:t>
            </a:r>
            <a:endParaRPr lang="en-US" sz="4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56405E2-4236-F846-664A-8E6E11930524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E959CD9-9C1F-4D8A-667B-83AEA9C6A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79" y="1199653"/>
            <a:ext cx="5514023" cy="3676014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F3A39A2D-F397-7C6B-10FA-B4F17264A450}"/>
              </a:ext>
            </a:extLst>
          </p:cNvPr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biomassa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trova al TL 1</a:t>
            </a:r>
            <a:endParaRPr lang="en-US" sz="140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9689AF5-448C-0A70-9694-90290012AB5C}"/>
              </a:ext>
            </a:extLst>
          </p:cNvPr>
          <p:cNvGrpSpPr/>
          <p:nvPr/>
        </p:nvGrpSpPr>
        <p:grpSpPr>
          <a:xfrm>
            <a:off x="457200" y="1779270"/>
            <a:ext cx="2612572" cy="914400"/>
            <a:chOff x="640080" y="1737360"/>
            <a:chExt cx="3657600" cy="128016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180D5995-7D94-CA5A-F574-CDA78A4BA33E}"/>
                </a:ext>
              </a:extLst>
            </p:cNvPr>
            <p:cNvSpPr/>
            <p:nvPr/>
          </p:nvSpPr>
          <p:spPr>
            <a:xfrm>
              <a:off x="640080" y="1737360"/>
              <a:ext cx="3657600" cy="128016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7F8C8D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16FA5235-4509-76E4-9831-008BDB68AB3A}"/>
                </a:ext>
              </a:extLst>
            </p:cNvPr>
            <p:cNvSpPr/>
            <p:nvPr/>
          </p:nvSpPr>
          <p:spPr>
            <a:xfrm>
              <a:off x="640080" y="18745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log₂(n) = 6.93</a:t>
              </a:r>
              <a:endParaRPr lang="en-US" sz="200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6361917F-6F95-2B6B-2C81-02741DF4B50E}"/>
                </a:ext>
              </a:extLst>
            </p:cNvPr>
            <p:cNvSpPr/>
            <p:nvPr/>
          </p:nvSpPr>
          <p:spPr>
            <a:xfrm>
              <a:off x="640080" y="237744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Distanza attesa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i="1" dirty="0">
                  <a:solidFill>
                    <a:srgbClr val="7F8C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(modello teorico)</a:t>
              </a:r>
              <a:endParaRPr lang="en-US" sz="900" dirty="0"/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3C81E81B-9D61-6EF9-D59F-D8727E7A27E2}"/>
              </a:ext>
            </a:extLst>
          </p:cNvPr>
          <p:cNvGrpSpPr/>
          <p:nvPr/>
        </p:nvGrpSpPr>
        <p:grpSpPr>
          <a:xfrm>
            <a:off x="457200" y="2939689"/>
            <a:ext cx="2612572" cy="914400"/>
            <a:chOff x="4846320" y="1737360"/>
            <a:chExt cx="3657600" cy="1280160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5A618A81-A845-2B57-5396-7F3080458523}"/>
                </a:ext>
              </a:extLst>
            </p:cNvPr>
            <p:cNvSpPr/>
            <p:nvPr/>
          </p:nvSpPr>
          <p:spPr>
            <a:xfrm>
              <a:off x="4846320" y="1737360"/>
              <a:ext cx="3657600" cy="1280160"/>
            </a:xfrm>
            <a:prstGeom prst="rect">
              <a:avLst/>
            </a:prstGeom>
            <a:solidFill>
              <a:srgbClr val="065A82"/>
            </a:solidFill>
            <a:ln w="19050">
              <a:solidFill>
                <a:srgbClr val="2C3E50"/>
              </a:solidFill>
            </a:ln>
          </p:spPr>
          <p:txBody>
            <a:bodyPr/>
            <a:lstStyle/>
            <a:p>
              <a:endParaRPr lang="it-IT" sz="140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2047786B-F6D5-B046-1585-38CCD9402494}"/>
                </a:ext>
              </a:extLst>
            </p:cNvPr>
            <p:cNvSpPr/>
            <p:nvPr/>
          </p:nvSpPr>
          <p:spPr>
            <a:xfrm>
              <a:off x="4846320" y="18745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1.96</a:t>
              </a:r>
              <a:endParaRPr lang="en-US" sz="3200" dirty="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B22B9BE5-9E69-74B3-FBA0-F7458015CA17}"/>
                </a:ext>
              </a:extLst>
            </p:cNvPr>
            <p:cNvSpPr/>
            <p:nvPr/>
          </p:nvSpPr>
          <p:spPr>
            <a:xfrm>
              <a:off x="4846320" y="237744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Distanza media osservata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(senza detriti)</a:t>
              </a:r>
              <a:endParaRPr lang="en-US" sz="800" dirty="0"/>
            </a:p>
          </p:txBody>
        </p:sp>
      </p:grpSp>
      <p:sp>
        <p:nvSpPr>
          <p:cNvPr id="16" name="Text 0">
            <a:extLst>
              <a:ext uri="{FF2B5EF4-FFF2-40B4-BE49-F238E27FC236}">
                <a16:creationId xmlns:a16="http://schemas.microsoft.com/office/drawing/2014/main" id="{F3719144-FC87-5C7A-815B-C5F4F9425644}"/>
              </a:ext>
            </a:extLst>
          </p:cNvPr>
          <p:cNvSpPr/>
          <p:nvPr/>
        </p:nvSpPr>
        <p:spPr>
          <a:xfrm>
            <a:off x="457200" y="13409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Small-world effect</a:t>
            </a:r>
            <a:endParaRPr lang="en-US" sz="3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2AD28AA-37C4-B209-97F1-A3D0DEAC3230}"/>
              </a:ext>
            </a:extLst>
          </p:cNvPr>
          <p:cNvSpPr/>
          <p:nvPr/>
        </p:nvSpPr>
        <p:spPr>
          <a:xfrm>
            <a:off x="457200" y="486778"/>
            <a:ext cx="8598090" cy="553998"/>
          </a:xfrm>
          <a:prstGeom prst="rect">
            <a:avLst/>
          </a:prstGeom>
          <a:noFill/>
          <a:ln/>
        </p:spPr>
        <p:txBody>
          <a:bodyPr wrap="square" lIns="18000" tIns="0" rIns="0" bIns="0" rtlCol="0" anchor="ctr" anchorCtr="0">
            <a:noAutofit/>
          </a:bodyPr>
          <a:lstStyle/>
          <a:p>
            <a:r>
              <a:rPr lang="it-IT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è la lunghezza massima dei cammini minimi? Si presenta lo small-world </a:t>
            </a:r>
            <a:r>
              <a:rPr lang="it-IT" sz="1400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r>
              <a:rPr lang="it-IT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all'interno della rete?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9582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FE20-BE9D-9A04-42E5-2D0AA7A0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DEE062-69A0-19A3-3679-D8EAF66BF4C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C0A316-E555-0106-DFFC-CA7519020B34}"/>
              </a:ext>
            </a:extLst>
          </p:cNvPr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it-IT"/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08AF625E-B461-C6EB-9CCC-4E370914E7AA}"/>
              </a:ext>
            </a:extLst>
          </p:cNvPr>
          <p:cNvGrpSpPr/>
          <p:nvPr/>
        </p:nvGrpSpPr>
        <p:grpSpPr>
          <a:xfrm>
            <a:off x="1176577" y="1235044"/>
            <a:ext cx="6790846" cy="3539430"/>
            <a:chOff x="1414901" y="1235044"/>
            <a:chExt cx="6790846" cy="3539430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41ADB49-EF03-1705-6B68-302DE38C7848}"/>
                </a:ext>
              </a:extLst>
            </p:cNvPr>
            <p:cNvSpPr txBox="1"/>
            <p:nvPr/>
          </p:nvSpPr>
          <p:spPr>
            <a:xfrm>
              <a:off x="1987826" y="1235044"/>
              <a:ext cx="6217921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/>
                <a:t>L’analisi ha evidenziato come la </a:t>
              </a:r>
              <a:r>
                <a:rPr lang="it-IT" sz="1600" b="1" dirty="0"/>
                <a:t>maggior parte della biomassa sia concentrata nei detriti </a:t>
              </a:r>
              <a:r>
                <a:rPr lang="it-IT" sz="1600" dirty="0"/>
                <a:t>e nel primo livello trofico.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it-IT" sz="1600" dirty="0"/>
            </a:p>
            <a:p>
              <a:r>
                <a:rPr lang="it-IT" sz="1600" b="1" dirty="0"/>
                <a:t>L’efficienza energetica </a:t>
              </a:r>
              <a:r>
                <a:rPr lang="it-IT" sz="1600" dirty="0"/>
                <a:t>della rete </a:t>
              </a:r>
              <a:r>
                <a:rPr lang="it-IT" sz="1600" b="1" dirty="0"/>
                <a:t>diminuisce progressivamente </a:t>
              </a:r>
              <a:r>
                <a:rPr lang="it-IT" sz="1600" dirty="0"/>
                <a:t>salendo di livello trofico.</a:t>
              </a:r>
            </a:p>
            <a:p>
              <a:endParaRPr lang="it-IT" sz="1600" dirty="0"/>
            </a:p>
            <a:p>
              <a:r>
                <a:rPr lang="it-IT" sz="1600" dirty="0"/>
                <a:t>Dal punto di vista comunitario, </a:t>
              </a:r>
              <a:r>
                <a:rPr lang="it-IT" sz="1600" b="1" dirty="0"/>
                <a:t>la rete risulta organizzata in compartimenti che presentano eterogeneità di livelli trofici</a:t>
              </a:r>
              <a:r>
                <a:rPr lang="it-IT" sz="1600" dirty="0"/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it-IT" sz="1600" dirty="0"/>
            </a:p>
            <a:p>
              <a:r>
                <a:rPr lang="it-IT" sz="1600" dirty="0"/>
                <a:t>A livello globale, i </a:t>
              </a:r>
              <a:r>
                <a:rPr lang="it-IT" sz="1600" b="1" dirty="0"/>
                <a:t>detriti emergono come un elemento chiave per garantire la presenza di una grande componente fortemente connessa</a:t>
              </a:r>
              <a:r>
                <a:rPr lang="it-IT" sz="1600" dirty="0"/>
                <a:t>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it-IT" sz="1600" dirty="0"/>
            </a:p>
            <a:p>
              <a:r>
                <a:rPr lang="it-IT" sz="1600" dirty="0"/>
                <a:t>Infine, la </a:t>
              </a:r>
              <a:r>
                <a:rPr lang="it-IT" sz="1600" b="1" dirty="0"/>
                <a:t>food web mostra un effetto small-world</a:t>
              </a:r>
              <a:r>
                <a:rPr lang="it-IT" sz="1600" dirty="0"/>
                <a:t>, </a:t>
              </a:r>
              <a:r>
                <a:rPr lang="it-IT" sz="1600"/>
                <a:t>indicando moderata </a:t>
              </a:r>
              <a:r>
                <a:rPr lang="it-IT" sz="1600" dirty="0"/>
                <a:t>connettività che potrebbe favorire la resilienza della rete a perturbazioni.</a:t>
              </a:r>
            </a:p>
          </p:txBody>
        </p:sp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04C24076-5A8F-8826-D76D-C8B5FD153199}"/>
                </a:ext>
              </a:extLst>
            </p:cNvPr>
            <p:cNvSpPr/>
            <p:nvPr/>
          </p:nvSpPr>
          <p:spPr>
            <a:xfrm>
              <a:off x="1457981" y="1280209"/>
              <a:ext cx="444154" cy="4441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65A82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4F13206C-6380-0603-D14B-B3383BA0D189}"/>
                </a:ext>
              </a:extLst>
            </p:cNvPr>
            <p:cNvSpPr txBox="1"/>
            <p:nvPr/>
          </p:nvSpPr>
          <p:spPr>
            <a:xfrm>
              <a:off x="1422852" y="1329126"/>
              <a:ext cx="47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🍃</a:t>
              </a:r>
            </a:p>
          </p:txBody>
        </p:sp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84911607-60AC-AF8E-B6E2-28C830AA5803}"/>
                </a:ext>
              </a:extLst>
            </p:cNvPr>
            <p:cNvSpPr/>
            <p:nvPr/>
          </p:nvSpPr>
          <p:spPr>
            <a:xfrm>
              <a:off x="1445628" y="2040524"/>
              <a:ext cx="444154" cy="4441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65A82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3F2067FC-B765-A145-0427-7ACED453F204}"/>
                </a:ext>
              </a:extLst>
            </p:cNvPr>
            <p:cNvSpPr txBox="1"/>
            <p:nvPr/>
          </p:nvSpPr>
          <p:spPr>
            <a:xfrm>
              <a:off x="1422852" y="2082936"/>
              <a:ext cx="47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⚡</a:t>
              </a:r>
            </a:p>
          </p:txBody>
        </p:sp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CCB349BF-C9F5-17EE-E76B-2B6C2F1B186E}"/>
                </a:ext>
              </a:extLst>
            </p:cNvPr>
            <p:cNvSpPr/>
            <p:nvPr/>
          </p:nvSpPr>
          <p:spPr>
            <a:xfrm>
              <a:off x="1451285" y="2765786"/>
              <a:ext cx="444154" cy="4441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65A82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6230C379-45AF-9330-BDF2-4915713164A7}"/>
                </a:ext>
              </a:extLst>
            </p:cNvPr>
            <p:cNvSpPr txBox="1"/>
            <p:nvPr/>
          </p:nvSpPr>
          <p:spPr>
            <a:xfrm>
              <a:off x="1422852" y="2809623"/>
              <a:ext cx="47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🫂</a:t>
              </a:r>
            </a:p>
          </p:txBody>
        </p:sp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6BEDC8F3-D58C-316B-7F62-F5003DDE6C1B}"/>
                </a:ext>
              </a:extLst>
            </p:cNvPr>
            <p:cNvSpPr/>
            <p:nvPr/>
          </p:nvSpPr>
          <p:spPr>
            <a:xfrm>
              <a:off x="1440186" y="3526101"/>
              <a:ext cx="444154" cy="4441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65A82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B1C7CB7D-D441-9908-A41A-A68FE4155310}"/>
                </a:ext>
              </a:extLst>
            </p:cNvPr>
            <p:cNvSpPr/>
            <p:nvPr/>
          </p:nvSpPr>
          <p:spPr>
            <a:xfrm>
              <a:off x="1451285" y="4245788"/>
              <a:ext cx="444154" cy="4441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65A82"/>
              </a:solidFill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0006A057-0BEE-75D1-88E9-FBAC08805D03}"/>
                </a:ext>
              </a:extLst>
            </p:cNvPr>
            <p:cNvSpPr txBox="1"/>
            <p:nvPr/>
          </p:nvSpPr>
          <p:spPr>
            <a:xfrm>
              <a:off x="1422852" y="4284545"/>
              <a:ext cx="4792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🔗</a:t>
              </a:r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348EAB35-4D0D-D874-DA6F-12642949F05D}"/>
                </a:ext>
              </a:extLst>
            </p:cNvPr>
            <p:cNvSpPr txBox="1"/>
            <p:nvPr/>
          </p:nvSpPr>
          <p:spPr>
            <a:xfrm>
              <a:off x="1414901" y="3577912"/>
              <a:ext cx="457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dirty="0"/>
                <a:t>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6987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757D-993D-8A4C-634F-581CAA7B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3302CF4-462E-036D-48B8-7B068EE6AAC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5944483-9228-8CF0-D79D-97524CC36E97}"/>
              </a:ext>
            </a:extLst>
          </p:cNvPr>
          <p:cNvSpPr/>
          <p:nvPr/>
        </p:nvSpPr>
        <p:spPr>
          <a:xfrm>
            <a:off x="457200" y="22085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Grazie per </a:t>
            </a:r>
            <a:r>
              <a:rPr lang="en-US" sz="4800" b="1" dirty="0" err="1">
                <a:solidFill>
                  <a:srgbClr val="FFFFFF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l'attenzione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1DF0C0-C4E8-BA46-F61B-F15D82EF970E}"/>
              </a:ext>
            </a:extLst>
          </p:cNvPr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Patrik Cavina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622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1347</Words>
  <Application>Microsoft Office PowerPoint</Application>
  <PresentationFormat>Presentazione su schermo (16:9)</PresentationFormat>
  <Paragraphs>307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Sans Serif Collection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Bay Food Web Analysis</dc:title>
  <dc:subject>PptxGenJS Presentation</dc:subject>
  <dc:creator>Patrik Cavina</dc:creator>
  <cp:lastModifiedBy>Patrik Cavina</cp:lastModifiedBy>
  <cp:revision>6</cp:revision>
  <dcterms:created xsi:type="dcterms:W3CDTF">2026-02-02T09:39:38Z</dcterms:created>
  <dcterms:modified xsi:type="dcterms:W3CDTF">2026-02-06T10:51:38Z</dcterms:modified>
</cp:coreProperties>
</file>